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notesMasterIdLst>
    <p:notesMasterId r:id="rId27"/>
  </p:notesMasterIdLst>
  <p:sldIdLst>
    <p:sldId id="256" r:id="rId2"/>
    <p:sldId id="268" r:id="rId3"/>
    <p:sldId id="269" r:id="rId4"/>
    <p:sldId id="270" r:id="rId5"/>
    <p:sldId id="330" r:id="rId6"/>
    <p:sldId id="349" r:id="rId7"/>
    <p:sldId id="331" r:id="rId8"/>
    <p:sldId id="333" r:id="rId9"/>
    <p:sldId id="346" r:id="rId10"/>
    <p:sldId id="334" r:id="rId11"/>
    <p:sldId id="350" r:id="rId12"/>
    <p:sldId id="323" r:id="rId13"/>
    <p:sldId id="305" r:id="rId14"/>
    <p:sldId id="319" r:id="rId15"/>
    <p:sldId id="355" r:id="rId16"/>
    <p:sldId id="360" r:id="rId17"/>
    <p:sldId id="361" r:id="rId18"/>
    <p:sldId id="362" r:id="rId19"/>
    <p:sldId id="363" r:id="rId20"/>
    <p:sldId id="364" r:id="rId21"/>
    <p:sldId id="368" r:id="rId22"/>
    <p:sldId id="365" r:id="rId23"/>
    <p:sldId id="367" r:id="rId24"/>
    <p:sldId id="366" r:id="rId25"/>
    <p:sldId id="347" r:id="rId26"/>
  </p:sldIdLst>
  <p:sldSz cx="19010313" cy="10693400"/>
  <p:notesSz cx="7556500" cy="10693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44" userDrawn="1">
          <p15:clr>
            <a:srgbClr val="A4A3A4"/>
          </p15:clr>
        </p15:guide>
        <p15:guide id="2" pos="11460" userDrawn="1">
          <p15:clr>
            <a:srgbClr val="A4A3A4"/>
          </p15:clr>
        </p15:guide>
        <p15:guide id="4" orient="horz" pos="2696" userDrawn="1">
          <p15:clr>
            <a:srgbClr val="A4A3A4"/>
          </p15:clr>
        </p15:guide>
        <p15:guide id="5" pos="612" userDrawn="1">
          <p15:clr>
            <a:srgbClr val="A4A3A4"/>
          </p15:clr>
        </p15:guide>
        <p15:guide id="6" pos="608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EF3"/>
    <a:srgbClr val="FD9F00"/>
    <a:srgbClr val="FFBF00"/>
    <a:srgbClr val="E3B525"/>
    <a:srgbClr val="FFA100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718" autoAdjust="0"/>
    <p:restoredTop sz="94682" autoAdjust="0"/>
  </p:normalViewPr>
  <p:slideViewPr>
    <p:cSldViewPr>
      <p:cViewPr varScale="1">
        <p:scale>
          <a:sx n="55" d="100"/>
          <a:sy n="55" d="100"/>
        </p:scale>
        <p:origin x="667" y="38"/>
      </p:cViewPr>
      <p:guideLst>
        <p:guide orient="horz" pos="344"/>
        <p:guide pos="11460"/>
        <p:guide orient="horz" pos="2696"/>
        <p:guide pos="612"/>
        <p:guide pos="608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75" d="100"/>
          <a:sy n="75" d="100"/>
        </p:scale>
        <p:origin x="3960" y="1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627BA00-43BB-064C-9B53-92B2BAE6836F}" type="doc">
      <dgm:prSet loTypeId="urn:microsoft.com/office/officeart/2005/8/layout/chevron2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8B27A34-72F7-FB43-8782-E05C1972E134}">
      <dgm:prSet phldrT="[Text]"/>
      <dgm:spPr/>
      <dgm:t>
        <a:bodyPr/>
        <a:lstStyle/>
        <a:p>
          <a:r>
            <a:rPr lang="en-US" dirty="0"/>
            <a:t>Week 1</a:t>
          </a:r>
        </a:p>
      </dgm:t>
    </dgm:pt>
    <dgm:pt modelId="{0A043ADE-D1F0-5C4E-B0F7-5FDCA0122C60}" type="parTrans" cxnId="{0DF4C6B2-AA17-F543-AD84-C744A4CCEB71}">
      <dgm:prSet/>
      <dgm:spPr/>
      <dgm:t>
        <a:bodyPr/>
        <a:lstStyle/>
        <a:p>
          <a:endParaRPr lang="en-US"/>
        </a:p>
      </dgm:t>
    </dgm:pt>
    <dgm:pt modelId="{0583FD0D-B1B0-F342-A1FF-1BDFA38F394D}" type="sibTrans" cxnId="{0DF4C6B2-AA17-F543-AD84-C744A4CCEB71}">
      <dgm:prSet/>
      <dgm:spPr/>
      <dgm:t>
        <a:bodyPr/>
        <a:lstStyle/>
        <a:p>
          <a:endParaRPr lang="en-US"/>
        </a:p>
      </dgm:t>
    </dgm:pt>
    <dgm:pt modelId="{E0636F67-3E44-9E4A-A8D0-C6087839A904}">
      <dgm:prSet phldrT="[Text]"/>
      <dgm:spPr/>
      <dgm:t>
        <a:bodyPr/>
        <a:lstStyle/>
        <a:p>
          <a:r>
            <a:rPr lang="en-US" dirty="0"/>
            <a:t>Week 2</a:t>
          </a:r>
        </a:p>
      </dgm:t>
    </dgm:pt>
    <dgm:pt modelId="{3DA85A7C-F664-6D4E-B896-10CDE45E4DE1}" type="parTrans" cxnId="{F30EE292-7608-BD4C-9DE3-2B54E5763776}">
      <dgm:prSet/>
      <dgm:spPr/>
      <dgm:t>
        <a:bodyPr/>
        <a:lstStyle/>
        <a:p>
          <a:endParaRPr lang="en-US"/>
        </a:p>
      </dgm:t>
    </dgm:pt>
    <dgm:pt modelId="{6C696D3C-4656-564F-AC9C-33178CA2C5B6}" type="sibTrans" cxnId="{F30EE292-7608-BD4C-9DE3-2B54E5763776}">
      <dgm:prSet/>
      <dgm:spPr/>
      <dgm:t>
        <a:bodyPr/>
        <a:lstStyle/>
        <a:p>
          <a:endParaRPr lang="en-US"/>
        </a:p>
      </dgm:t>
    </dgm:pt>
    <dgm:pt modelId="{0474A273-7FC1-5F4F-B6D3-EEA4D655BB35}">
      <dgm:prSet phldrT="[Text]"/>
      <dgm:spPr/>
      <dgm:t>
        <a:bodyPr/>
        <a:lstStyle/>
        <a:p>
          <a:r>
            <a:rPr lang="en-US" dirty="0"/>
            <a:t>Week 3 </a:t>
          </a:r>
        </a:p>
      </dgm:t>
    </dgm:pt>
    <dgm:pt modelId="{9CEA7BB1-89AC-974B-9088-15276313F59D}" type="parTrans" cxnId="{81A822C8-D173-4248-B6B7-1CF8BE919F23}">
      <dgm:prSet/>
      <dgm:spPr/>
      <dgm:t>
        <a:bodyPr/>
        <a:lstStyle/>
        <a:p>
          <a:endParaRPr lang="en-US"/>
        </a:p>
      </dgm:t>
    </dgm:pt>
    <dgm:pt modelId="{F854376A-52FF-4B49-BED6-6F42A0CD22C4}" type="sibTrans" cxnId="{81A822C8-D173-4248-B6B7-1CF8BE919F23}">
      <dgm:prSet/>
      <dgm:spPr/>
      <dgm:t>
        <a:bodyPr/>
        <a:lstStyle/>
        <a:p>
          <a:endParaRPr lang="en-US"/>
        </a:p>
      </dgm:t>
    </dgm:pt>
    <dgm:pt modelId="{B9DCB551-0373-4548-8CA9-3A37A33A4F2C}">
      <dgm:prSet phldrT="[Text]"/>
      <dgm:spPr/>
      <dgm:t>
        <a:bodyPr/>
        <a:lstStyle/>
        <a:p>
          <a:r>
            <a:rPr lang="en-US" dirty="0"/>
            <a:t>Week 4</a:t>
          </a:r>
        </a:p>
      </dgm:t>
    </dgm:pt>
    <dgm:pt modelId="{46AFBB5D-2218-4547-A4EA-F5DE53B45A3D}" type="parTrans" cxnId="{A19BF019-14DB-824B-8DF6-0C2BB82EB132}">
      <dgm:prSet/>
      <dgm:spPr/>
      <dgm:t>
        <a:bodyPr/>
        <a:lstStyle/>
        <a:p>
          <a:endParaRPr lang="en-US"/>
        </a:p>
      </dgm:t>
    </dgm:pt>
    <dgm:pt modelId="{7CD61F0D-B6BE-4A40-B7D6-7DB0BE8E9AAF}" type="sibTrans" cxnId="{A19BF019-14DB-824B-8DF6-0C2BB82EB132}">
      <dgm:prSet/>
      <dgm:spPr/>
      <dgm:t>
        <a:bodyPr/>
        <a:lstStyle/>
        <a:p>
          <a:endParaRPr lang="en-US"/>
        </a:p>
      </dgm:t>
    </dgm:pt>
    <dgm:pt modelId="{088CDF98-7972-C749-AB4F-B31523ABFD34}">
      <dgm:prSet phldrT="[Text]"/>
      <dgm:spPr/>
      <dgm:t>
        <a:bodyPr/>
        <a:lstStyle/>
        <a:p>
          <a:r>
            <a:rPr lang="en-US" dirty="0"/>
            <a:t>Week 5</a:t>
          </a:r>
        </a:p>
      </dgm:t>
    </dgm:pt>
    <dgm:pt modelId="{827112AD-02A8-134D-8C23-D78BF0E68C79}" type="parTrans" cxnId="{0B73095D-E5E8-9744-9533-9705383603A5}">
      <dgm:prSet/>
      <dgm:spPr/>
      <dgm:t>
        <a:bodyPr/>
        <a:lstStyle/>
        <a:p>
          <a:endParaRPr lang="en-US"/>
        </a:p>
      </dgm:t>
    </dgm:pt>
    <dgm:pt modelId="{A90CA20E-E45A-AD4E-A919-9AFD4A949217}" type="sibTrans" cxnId="{0B73095D-E5E8-9744-9533-9705383603A5}">
      <dgm:prSet/>
      <dgm:spPr/>
      <dgm:t>
        <a:bodyPr/>
        <a:lstStyle/>
        <a:p>
          <a:endParaRPr lang="en-US"/>
        </a:p>
      </dgm:t>
    </dgm:pt>
    <dgm:pt modelId="{DCB00DB5-DFB7-2045-BB53-140A06908103}">
      <dgm:prSet phldrT="[Text]"/>
      <dgm:spPr/>
      <dgm:t>
        <a:bodyPr/>
        <a:lstStyle/>
        <a:p>
          <a:r>
            <a:rPr lang="en-US" dirty="0"/>
            <a:t>Markers TUIO</a:t>
          </a:r>
        </a:p>
      </dgm:t>
    </dgm:pt>
    <dgm:pt modelId="{05702FAA-42D2-A04F-BCDF-2401CB9F7E06}" type="parTrans" cxnId="{4C1165A1-651C-1749-9EFB-B76E0BB30EBB}">
      <dgm:prSet/>
      <dgm:spPr/>
      <dgm:t>
        <a:bodyPr/>
        <a:lstStyle/>
        <a:p>
          <a:endParaRPr lang="en-US"/>
        </a:p>
      </dgm:t>
    </dgm:pt>
    <dgm:pt modelId="{92F2F216-1534-644D-A6CC-CAE961EA69FA}" type="sibTrans" cxnId="{4C1165A1-651C-1749-9EFB-B76E0BB30EBB}">
      <dgm:prSet/>
      <dgm:spPr/>
      <dgm:t>
        <a:bodyPr/>
        <a:lstStyle/>
        <a:p>
          <a:endParaRPr lang="en-US"/>
        </a:p>
      </dgm:t>
    </dgm:pt>
    <dgm:pt modelId="{CF56BCDF-C7C7-2046-824D-3A88D8C7FD2B}">
      <dgm:prSet phldrT="[Text]"/>
      <dgm:spPr/>
      <dgm:t>
        <a:bodyPr/>
        <a:lstStyle/>
        <a:p>
          <a:r>
            <a:rPr lang="en-US" dirty="0"/>
            <a:t>TUIO + GUI</a:t>
          </a:r>
        </a:p>
      </dgm:t>
    </dgm:pt>
    <dgm:pt modelId="{45216D1E-F099-764F-9D07-4BDE9C3C8BDB}" type="parTrans" cxnId="{1684FF12-985C-6341-B749-6C32F38FD8D8}">
      <dgm:prSet/>
      <dgm:spPr/>
      <dgm:t>
        <a:bodyPr/>
        <a:lstStyle/>
        <a:p>
          <a:endParaRPr lang="en-US"/>
        </a:p>
      </dgm:t>
    </dgm:pt>
    <dgm:pt modelId="{76B49676-2E49-5A4C-81BB-502628DA4404}" type="sibTrans" cxnId="{1684FF12-985C-6341-B749-6C32F38FD8D8}">
      <dgm:prSet/>
      <dgm:spPr/>
      <dgm:t>
        <a:bodyPr/>
        <a:lstStyle/>
        <a:p>
          <a:endParaRPr lang="en-US"/>
        </a:p>
      </dgm:t>
    </dgm:pt>
    <dgm:pt modelId="{6041A803-0EB2-404B-9E5C-81FD15F6BF04}">
      <dgm:prSet phldrT="[Text]"/>
      <dgm:spPr/>
      <dgm:t>
        <a:bodyPr/>
        <a:lstStyle/>
        <a:p>
          <a:r>
            <a:rPr lang="en-US" dirty="0"/>
            <a:t>Sockets</a:t>
          </a:r>
        </a:p>
      </dgm:t>
    </dgm:pt>
    <dgm:pt modelId="{086EEFF4-EFB1-BA4D-9311-BE5363A3CC79}" type="parTrans" cxnId="{0DA17854-4AA5-5248-BE11-B825EE3AEB73}">
      <dgm:prSet/>
      <dgm:spPr/>
      <dgm:t>
        <a:bodyPr/>
        <a:lstStyle/>
        <a:p>
          <a:endParaRPr lang="en-US"/>
        </a:p>
      </dgm:t>
    </dgm:pt>
    <dgm:pt modelId="{3F11B630-CAAD-8141-9E5C-E372835194AB}" type="sibTrans" cxnId="{0DA17854-4AA5-5248-BE11-B825EE3AEB73}">
      <dgm:prSet/>
      <dgm:spPr/>
      <dgm:t>
        <a:bodyPr/>
        <a:lstStyle/>
        <a:p>
          <a:endParaRPr lang="en-US"/>
        </a:p>
      </dgm:t>
    </dgm:pt>
    <dgm:pt modelId="{1630A57A-402D-374F-B46A-FD7E377FCE9F}">
      <dgm:prSet phldrT="[Text]"/>
      <dgm:spPr/>
      <dgm:t>
        <a:bodyPr/>
        <a:lstStyle/>
        <a:p>
          <a:r>
            <a:rPr lang="en-US" dirty="0"/>
            <a:t>Bluetooth + Context Awareness</a:t>
          </a:r>
        </a:p>
      </dgm:t>
    </dgm:pt>
    <dgm:pt modelId="{2A6C9A92-37AF-3845-9461-88E0348D1AC0}" type="parTrans" cxnId="{BAB056B0-B4A5-EF4C-B3F9-B02DDC966FE1}">
      <dgm:prSet/>
      <dgm:spPr/>
      <dgm:t>
        <a:bodyPr/>
        <a:lstStyle/>
        <a:p>
          <a:endParaRPr lang="en-US"/>
        </a:p>
      </dgm:t>
    </dgm:pt>
    <dgm:pt modelId="{55935476-09B0-6045-B749-F748687224C1}" type="sibTrans" cxnId="{BAB056B0-B4A5-EF4C-B3F9-B02DDC966FE1}">
      <dgm:prSet/>
      <dgm:spPr/>
      <dgm:t>
        <a:bodyPr/>
        <a:lstStyle/>
        <a:p>
          <a:endParaRPr lang="en-US"/>
        </a:p>
      </dgm:t>
    </dgm:pt>
    <dgm:pt modelId="{BAC4B715-47AB-EB4F-927E-C6892140C8C0}">
      <dgm:prSet phldrT="[Text]"/>
      <dgm:spPr/>
      <dgm:t>
        <a:bodyPr/>
        <a:lstStyle/>
        <a:p>
          <a:r>
            <a:rPr lang="en-US" dirty="0" err="1"/>
            <a:t>Mediapipe</a:t>
          </a:r>
          <a:r>
            <a:rPr lang="en-US" dirty="0"/>
            <a:t> + Gesture Recognition</a:t>
          </a:r>
        </a:p>
      </dgm:t>
    </dgm:pt>
    <dgm:pt modelId="{B4657CB0-EFE6-8843-9929-7108980430FD}" type="parTrans" cxnId="{757F520A-E5F4-1043-8FFD-B00C0672DCB7}">
      <dgm:prSet/>
      <dgm:spPr/>
      <dgm:t>
        <a:bodyPr/>
        <a:lstStyle/>
        <a:p>
          <a:endParaRPr lang="en-US"/>
        </a:p>
      </dgm:t>
    </dgm:pt>
    <dgm:pt modelId="{10039E5F-49BD-F84B-98A8-C257E1479F86}" type="sibTrans" cxnId="{757F520A-E5F4-1043-8FFD-B00C0672DCB7}">
      <dgm:prSet/>
      <dgm:spPr/>
      <dgm:t>
        <a:bodyPr/>
        <a:lstStyle/>
        <a:p>
          <a:endParaRPr lang="en-US"/>
        </a:p>
      </dgm:t>
    </dgm:pt>
    <dgm:pt modelId="{599F0B78-7E02-7B4B-9195-526072849088}" type="pres">
      <dgm:prSet presAssocID="{D627BA00-43BB-064C-9B53-92B2BAE6836F}" presName="linearFlow" presStyleCnt="0">
        <dgm:presLayoutVars>
          <dgm:dir/>
          <dgm:animLvl val="lvl"/>
          <dgm:resizeHandles val="exact"/>
        </dgm:presLayoutVars>
      </dgm:prSet>
      <dgm:spPr/>
    </dgm:pt>
    <dgm:pt modelId="{AB73D05B-71D9-9446-B53D-CDB359FB1E0C}" type="pres">
      <dgm:prSet presAssocID="{A8B27A34-72F7-FB43-8782-E05C1972E134}" presName="composite" presStyleCnt="0"/>
      <dgm:spPr/>
    </dgm:pt>
    <dgm:pt modelId="{1EDA3EBC-CE18-9245-8D6B-E1359CDCA498}" type="pres">
      <dgm:prSet presAssocID="{A8B27A34-72F7-FB43-8782-E05C1972E134}" presName="parentText" presStyleLbl="alignNode1" presStyleIdx="0" presStyleCnt="5">
        <dgm:presLayoutVars>
          <dgm:chMax val="1"/>
          <dgm:bulletEnabled val="1"/>
        </dgm:presLayoutVars>
      </dgm:prSet>
      <dgm:spPr/>
    </dgm:pt>
    <dgm:pt modelId="{3A1EA24C-1C53-C84F-9B77-07A537240CD9}" type="pres">
      <dgm:prSet presAssocID="{A8B27A34-72F7-FB43-8782-E05C1972E134}" presName="descendantText" presStyleLbl="alignAcc1" presStyleIdx="0" presStyleCnt="5">
        <dgm:presLayoutVars>
          <dgm:bulletEnabled val="1"/>
        </dgm:presLayoutVars>
      </dgm:prSet>
      <dgm:spPr/>
    </dgm:pt>
    <dgm:pt modelId="{895A1DFA-B542-DB45-A950-76C9AA3AD07F}" type="pres">
      <dgm:prSet presAssocID="{0583FD0D-B1B0-F342-A1FF-1BDFA38F394D}" presName="sp" presStyleCnt="0"/>
      <dgm:spPr/>
    </dgm:pt>
    <dgm:pt modelId="{6482B740-C01A-D14F-BB16-F2C8C2BF4828}" type="pres">
      <dgm:prSet presAssocID="{E0636F67-3E44-9E4A-A8D0-C6087839A904}" presName="composite" presStyleCnt="0"/>
      <dgm:spPr/>
    </dgm:pt>
    <dgm:pt modelId="{A53FACD3-40CD-1843-BB84-13DE31F5E76A}" type="pres">
      <dgm:prSet presAssocID="{E0636F67-3E44-9E4A-A8D0-C6087839A904}" presName="parentText" presStyleLbl="alignNode1" presStyleIdx="1" presStyleCnt="5">
        <dgm:presLayoutVars>
          <dgm:chMax val="1"/>
          <dgm:bulletEnabled val="1"/>
        </dgm:presLayoutVars>
      </dgm:prSet>
      <dgm:spPr/>
    </dgm:pt>
    <dgm:pt modelId="{7181429A-E6F8-FE40-960D-473E3A61F094}" type="pres">
      <dgm:prSet presAssocID="{E0636F67-3E44-9E4A-A8D0-C6087839A904}" presName="descendantText" presStyleLbl="alignAcc1" presStyleIdx="1" presStyleCnt="5">
        <dgm:presLayoutVars>
          <dgm:bulletEnabled val="1"/>
        </dgm:presLayoutVars>
      </dgm:prSet>
      <dgm:spPr/>
    </dgm:pt>
    <dgm:pt modelId="{F548DBD4-B7B6-CA48-8C5A-634104D36704}" type="pres">
      <dgm:prSet presAssocID="{6C696D3C-4656-564F-AC9C-33178CA2C5B6}" presName="sp" presStyleCnt="0"/>
      <dgm:spPr/>
    </dgm:pt>
    <dgm:pt modelId="{64231C70-4468-8145-88B8-7A4A5537D7D3}" type="pres">
      <dgm:prSet presAssocID="{0474A273-7FC1-5F4F-B6D3-EEA4D655BB35}" presName="composite" presStyleCnt="0"/>
      <dgm:spPr/>
    </dgm:pt>
    <dgm:pt modelId="{D4826087-65DD-6D4D-A1E8-7A8117E9FDD7}" type="pres">
      <dgm:prSet presAssocID="{0474A273-7FC1-5F4F-B6D3-EEA4D655BB35}" presName="parentText" presStyleLbl="alignNode1" presStyleIdx="2" presStyleCnt="5">
        <dgm:presLayoutVars>
          <dgm:chMax val="1"/>
          <dgm:bulletEnabled val="1"/>
        </dgm:presLayoutVars>
      </dgm:prSet>
      <dgm:spPr/>
    </dgm:pt>
    <dgm:pt modelId="{53CFDC8E-7DDA-C645-9BE2-8CB597AB2D7D}" type="pres">
      <dgm:prSet presAssocID="{0474A273-7FC1-5F4F-B6D3-EEA4D655BB35}" presName="descendantText" presStyleLbl="alignAcc1" presStyleIdx="2" presStyleCnt="5">
        <dgm:presLayoutVars>
          <dgm:bulletEnabled val="1"/>
        </dgm:presLayoutVars>
      </dgm:prSet>
      <dgm:spPr/>
    </dgm:pt>
    <dgm:pt modelId="{2CE0FA3E-D9A9-5D4D-A24C-A3E85F1A3CF4}" type="pres">
      <dgm:prSet presAssocID="{F854376A-52FF-4B49-BED6-6F42A0CD22C4}" presName="sp" presStyleCnt="0"/>
      <dgm:spPr/>
    </dgm:pt>
    <dgm:pt modelId="{76753207-6569-8743-ADCE-ED77424FA8A9}" type="pres">
      <dgm:prSet presAssocID="{B9DCB551-0373-4548-8CA9-3A37A33A4F2C}" presName="composite" presStyleCnt="0"/>
      <dgm:spPr/>
    </dgm:pt>
    <dgm:pt modelId="{88B98203-58D6-624F-97AE-C9F8A4306D71}" type="pres">
      <dgm:prSet presAssocID="{B9DCB551-0373-4548-8CA9-3A37A33A4F2C}" presName="parentText" presStyleLbl="alignNode1" presStyleIdx="3" presStyleCnt="5">
        <dgm:presLayoutVars>
          <dgm:chMax val="1"/>
          <dgm:bulletEnabled val="1"/>
        </dgm:presLayoutVars>
      </dgm:prSet>
      <dgm:spPr/>
    </dgm:pt>
    <dgm:pt modelId="{CCACA54F-0AAB-7D48-86D6-724509A66FC7}" type="pres">
      <dgm:prSet presAssocID="{B9DCB551-0373-4548-8CA9-3A37A33A4F2C}" presName="descendantText" presStyleLbl="alignAcc1" presStyleIdx="3" presStyleCnt="5">
        <dgm:presLayoutVars>
          <dgm:bulletEnabled val="1"/>
        </dgm:presLayoutVars>
      </dgm:prSet>
      <dgm:spPr/>
    </dgm:pt>
    <dgm:pt modelId="{0331154B-5044-2541-827B-C47692CFA68D}" type="pres">
      <dgm:prSet presAssocID="{7CD61F0D-B6BE-4A40-B7D6-7DB0BE8E9AAF}" presName="sp" presStyleCnt="0"/>
      <dgm:spPr/>
    </dgm:pt>
    <dgm:pt modelId="{DC9B3154-E2F2-B149-9605-F583EF21BF66}" type="pres">
      <dgm:prSet presAssocID="{088CDF98-7972-C749-AB4F-B31523ABFD34}" presName="composite" presStyleCnt="0"/>
      <dgm:spPr/>
    </dgm:pt>
    <dgm:pt modelId="{5E82FF95-7B89-3849-977C-47421A39437A}" type="pres">
      <dgm:prSet presAssocID="{088CDF98-7972-C749-AB4F-B31523ABFD34}" presName="parentText" presStyleLbl="alignNode1" presStyleIdx="4" presStyleCnt="5">
        <dgm:presLayoutVars>
          <dgm:chMax val="1"/>
          <dgm:bulletEnabled val="1"/>
        </dgm:presLayoutVars>
      </dgm:prSet>
      <dgm:spPr/>
    </dgm:pt>
    <dgm:pt modelId="{7948A5DA-BAD9-6245-A769-6040ECC96D32}" type="pres">
      <dgm:prSet presAssocID="{088CDF98-7972-C749-AB4F-B31523ABFD34}" presName="descendantText" presStyleLbl="alignAcc1" presStyleIdx="4" presStyleCnt="5">
        <dgm:presLayoutVars>
          <dgm:bulletEnabled val="1"/>
        </dgm:presLayoutVars>
      </dgm:prSet>
      <dgm:spPr/>
    </dgm:pt>
  </dgm:ptLst>
  <dgm:cxnLst>
    <dgm:cxn modelId="{5942A403-C26F-2240-97AD-4EDA2BFF97E3}" type="presOf" srcId="{A8B27A34-72F7-FB43-8782-E05C1972E134}" destId="{1EDA3EBC-CE18-9245-8D6B-E1359CDCA498}" srcOrd="0" destOrd="0" presId="urn:microsoft.com/office/officeart/2005/8/layout/chevron2"/>
    <dgm:cxn modelId="{757F520A-E5F4-1043-8FFD-B00C0672DCB7}" srcId="{088CDF98-7972-C749-AB4F-B31523ABFD34}" destId="{BAC4B715-47AB-EB4F-927E-C6892140C8C0}" srcOrd="0" destOrd="0" parTransId="{B4657CB0-EFE6-8843-9929-7108980430FD}" sibTransId="{10039E5F-49BD-F84B-98A8-C257E1479F86}"/>
    <dgm:cxn modelId="{1684FF12-985C-6341-B749-6C32F38FD8D8}" srcId="{E0636F67-3E44-9E4A-A8D0-C6087839A904}" destId="{CF56BCDF-C7C7-2046-824D-3A88D8C7FD2B}" srcOrd="0" destOrd="0" parTransId="{45216D1E-F099-764F-9D07-4BDE9C3C8BDB}" sibTransId="{76B49676-2E49-5A4C-81BB-502628DA4404}"/>
    <dgm:cxn modelId="{A19BF019-14DB-824B-8DF6-0C2BB82EB132}" srcId="{D627BA00-43BB-064C-9B53-92B2BAE6836F}" destId="{B9DCB551-0373-4548-8CA9-3A37A33A4F2C}" srcOrd="3" destOrd="0" parTransId="{46AFBB5D-2218-4547-A4EA-F5DE53B45A3D}" sibTransId="{7CD61F0D-B6BE-4A40-B7D6-7DB0BE8E9AAF}"/>
    <dgm:cxn modelId="{9F830D3D-3351-9E4F-97F9-7F487316776C}" type="presOf" srcId="{E0636F67-3E44-9E4A-A8D0-C6087839A904}" destId="{A53FACD3-40CD-1843-BB84-13DE31F5E76A}" srcOrd="0" destOrd="0" presId="urn:microsoft.com/office/officeart/2005/8/layout/chevron2"/>
    <dgm:cxn modelId="{FC9D663D-6429-E346-A3AD-87C769C12B73}" type="presOf" srcId="{D627BA00-43BB-064C-9B53-92B2BAE6836F}" destId="{599F0B78-7E02-7B4B-9195-526072849088}" srcOrd="0" destOrd="0" presId="urn:microsoft.com/office/officeart/2005/8/layout/chevron2"/>
    <dgm:cxn modelId="{0B73095D-E5E8-9744-9533-9705383603A5}" srcId="{D627BA00-43BB-064C-9B53-92B2BAE6836F}" destId="{088CDF98-7972-C749-AB4F-B31523ABFD34}" srcOrd="4" destOrd="0" parTransId="{827112AD-02A8-134D-8C23-D78BF0E68C79}" sibTransId="{A90CA20E-E45A-AD4E-A919-9AFD4A949217}"/>
    <dgm:cxn modelId="{7C835D41-A23E-5A49-9DD1-12818E809624}" type="presOf" srcId="{CF56BCDF-C7C7-2046-824D-3A88D8C7FD2B}" destId="{7181429A-E6F8-FE40-960D-473E3A61F094}" srcOrd="0" destOrd="0" presId="urn:microsoft.com/office/officeart/2005/8/layout/chevron2"/>
    <dgm:cxn modelId="{9C706D4B-97EE-174A-BD8E-5E5F62FD8EC1}" type="presOf" srcId="{1630A57A-402D-374F-B46A-FD7E377FCE9F}" destId="{CCACA54F-0AAB-7D48-86D6-724509A66FC7}" srcOrd="0" destOrd="0" presId="urn:microsoft.com/office/officeart/2005/8/layout/chevron2"/>
    <dgm:cxn modelId="{D044B36C-EF55-6449-BEA1-729CED76E87C}" type="presOf" srcId="{B9DCB551-0373-4548-8CA9-3A37A33A4F2C}" destId="{88B98203-58D6-624F-97AE-C9F8A4306D71}" srcOrd="0" destOrd="0" presId="urn:microsoft.com/office/officeart/2005/8/layout/chevron2"/>
    <dgm:cxn modelId="{0DA17854-4AA5-5248-BE11-B825EE3AEB73}" srcId="{0474A273-7FC1-5F4F-B6D3-EEA4D655BB35}" destId="{6041A803-0EB2-404B-9E5C-81FD15F6BF04}" srcOrd="0" destOrd="0" parTransId="{086EEFF4-EFB1-BA4D-9311-BE5363A3CC79}" sibTransId="{3F11B630-CAAD-8141-9E5C-E372835194AB}"/>
    <dgm:cxn modelId="{B8DC6677-8E18-0A47-A3C0-A9F66404B364}" type="presOf" srcId="{BAC4B715-47AB-EB4F-927E-C6892140C8C0}" destId="{7948A5DA-BAD9-6245-A769-6040ECC96D32}" srcOrd="0" destOrd="0" presId="urn:microsoft.com/office/officeart/2005/8/layout/chevron2"/>
    <dgm:cxn modelId="{F30EE292-7608-BD4C-9DE3-2B54E5763776}" srcId="{D627BA00-43BB-064C-9B53-92B2BAE6836F}" destId="{E0636F67-3E44-9E4A-A8D0-C6087839A904}" srcOrd="1" destOrd="0" parTransId="{3DA85A7C-F664-6D4E-B896-10CDE45E4DE1}" sibTransId="{6C696D3C-4656-564F-AC9C-33178CA2C5B6}"/>
    <dgm:cxn modelId="{4C1165A1-651C-1749-9EFB-B76E0BB30EBB}" srcId="{A8B27A34-72F7-FB43-8782-E05C1972E134}" destId="{DCB00DB5-DFB7-2045-BB53-140A06908103}" srcOrd="0" destOrd="0" parTransId="{05702FAA-42D2-A04F-BCDF-2401CB9F7E06}" sibTransId="{92F2F216-1534-644D-A6CC-CAE961EA69FA}"/>
    <dgm:cxn modelId="{7FFDB4A3-F271-A940-862E-661970F77BFE}" type="presOf" srcId="{6041A803-0EB2-404B-9E5C-81FD15F6BF04}" destId="{53CFDC8E-7DDA-C645-9BE2-8CB597AB2D7D}" srcOrd="0" destOrd="0" presId="urn:microsoft.com/office/officeart/2005/8/layout/chevron2"/>
    <dgm:cxn modelId="{BAB056B0-B4A5-EF4C-B3F9-B02DDC966FE1}" srcId="{B9DCB551-0373-4548-8CA9-3A37A33A4F2C}" destId="{1630A57A-402D-374F-B46A-FD7E377FCE9F}" srcOrd="0" destOrd="0" parTransId="{2A6C9A92-37AF-3845-9461-88E0348D1AC0}" sibTransId="{55935476-09B0-6045-B749-F748687224C1}"/>
    <dgm:cxn modelId="{0DF4C6B2-AA17-F543-AD84-C744A4CCEB71}" srcId="{D627BA00-43BB-064C-9B53-92B2BAE6836F}" destId="{A8B27A34-72F7-FB43-8782-E05C1972E134}" srcOrd="0" destOrd="0" parTransId="{0A043ADE-D1F0-5C4E-B0F7-5FDCA0122C60}" sibTransId="{0583FD0D-B1B0-F342-A1FF-1BDFA38F394D}"/>
    <dgm:cxn modelId="{DC25E6C4-E964-D743-866E-9FF8F821C2E9}" type="presOf" srcId="{DCB00DB5-DFB7-2045-BB53-140A06908103}" destId="{3A1EA24C-1C53-C84F-9B77-07A537240CD9}" srcOrd="0" destOrd="0" presId="urn:microsoft.com/office/officeart/2005/8/layout/chevron2"/>
    <dgm:cxn modelId="{81A822C8-D173-4248-B6B7-1CF8BE919F23}" srcId="{D627BA00-43BB-064C-9B53-92B2BAE6836F}" destId="{0474A273-7FC1-5F4F-B6D3-EEA4D655BB35}" srcOrd="2" destOrd="0" parTransId="{9CEA7BB1-89AC-974B-9088-15276313F59D}" sibTransId="{F854376A-52FF-4B49-BED6-6F42A0CD22C4}"/>
    <dgm:cxn modelId="{7DBDD8D3-28AE-C44C-839D-DCB1E1786739}" type="presOf" srcId="{088CDF98-7972-C749-AB4F-B31523ABFD34}" destId="{5E82FF95-7B89-3849-977C-47421A39437A}" srcOrd="0" destOrd="0" presId="urn:microsoft.com/office/officeart/2005/8/layout/chevron2"/>
    <dgm:cxn modelId="{BF114CE4-DB4E-DF4B-A4CF-75CF05836663}" type="presOf" srcId="{0474A273-7FC1-5F4F-B6D3-EEA4D655BB35}" destId="{D4826087-65DD-6D4D-A1E8-7A8117E9FDD7}" srcOrd="0" destOrd="0" presId="urn:microsoft.com/office/officeart/2005/8/layout/chevron2"/>
    <dgm:cxn modelId="{E61FBA69-13E4-C64C-B90F-A24CF45E083B}" type="presParOf" srcId="{599F0B78-7E02-7B4B-9195-526072849088}" destId="{AB73D05B-71D9-9446-B53D-CDB359FB1E0C}" srcOrd="0" destOrd="0" presId="urn:microsoft.com/office/officeart/2005/8/layout/chevron2"/>
    <dgm:cxn modelId="{042E087E-B25C-6A4C-A210-223A3D2007F7}" type="presParOf" srcId="{AB73D05B-71D9-9446-B53D-CDB359FB1E0C}" destId="{1EDA3EBC-CE18-9245-8D6B-E1359CDCA498}" srcOrd="0" destOrd="0" presId="urn:microsoft.com/office/officeart/2005/8/layout/chevron2"/>
    <dgm:cxn modelId="{8E98338C-5DB2-D444-850F-A0B68D812D3C}" type="presParOf" srcId="{AB73D05B-71D9-9446-B53D-CDB359FB1E0C}" destId="{3A1EA24C-1C53-C84F-9B77-07A537240CD9}" srcOrd="1" destOrd="0" presId="urn:microsoft.com/office/officeart/2005/8/layout/chevron2"/>
    <dgm:cxn modelId="{0C43CAFE-D991-7446-A52D-E2CFC2F9CB7C}" type="presParOf" srcId="{599F0B78-7E02-7B4B-9195-526072849088}" destId="{895A1DFA-B542-DB45-A950-76C9AA3AD07F}" srcOrd="1" destOrd="0" presId="urn:microsoft.com/office/officeart/2005/8/layout/chevron2"/>
    <dgm:cxn modelId="{459B9940-A10D-9541-9A51-28AC855D4004}" type="presParOf" srcId="{599F0B78-7E02-7B4B-9195-526072849088}" destId="{6482B740-C01A-D14F-BB16-F2C8C2BF4828}" srcOrd="2" destOrd="0" presId="urn:microsoft.com/office/officeart/2005/8/layout/chevron2"/>
    <dgm:cxn modelId="{951FF91F-90F6-C045-B9F5-788C4CC30C76}" type="presParOf" srcId="{6482B740-C01A-D14F-BB16-F2C8C2BF4828}" destId="{A53FACD3-40CD-1843-BB84-13DE31F5E76A}" srcOrd="0" destOrd="0" presId="urn:microsoft.com/office/officeart/2005/8/layout/chevron2"/>
    <dgm:cxn modelId="{440C0241-905A-3B48-9008-8A649B3623F8}" type="presParOf" srcId="{6482B740-C01A-D14F-BB16-F2C8C2BF4828}" destId="{7181429A-E6F8-FE40-960D-473E3A61F094}" srcOrd="1" destOrd="0" presId="urn:microsoft.com/office/officeart/2005/8/layout/chevron2"/>
    <dgm:cxn modelId="{64BB87DF-F438-AB4F-92B4-8FAD171141E7}" type="presParOf" srcId="{599F0B78-7E02-7B4B-9195-526072849088}" destId="{F548DBD4-B7B6-CA48-8C5A-634104D36704}" srcOrd="3" destOrd="0" presId="urn:microsoft.com/office/officeart/2005/8/layout/chevron2"/>
    <dgm:cxn modelId="{3DDD80B6-3105-F242-988F-7894C9DBA3AF}" type="presParOf" srcId="{599F0B78-7E02-7B4B-9195-526072849088}" destId="{64231C70-4468-8145-88B8-7A4A5537D7D3}" srcOrd="4" destOrd="0" presId="urn:microsoft.com/office/officeart/2005/8/layout/chevron2"/>
    <dgm:cxn modelId="{10DE9E76-7C74-B942-9856-A51F8E495D24}" type="presParOf" srcId="{64231C70-4468-8145-88B8-7A4A5537D7D3}" destId="{D4826087-65DD-6D4D-A1E8-7A8117E9FDD7}" srcOrd="0" destOrd="0" presId="urn:microsoft.com/office/officeart/2005/8/layout/chevron2"/>
    <dgm:cxn modelId="{8F7C9D39-6985-974F-8144-D8F954533C44}" type="presParOf" srcId="{64231C70-4468-8145-88B8-7A4A5537D7D3}" destId="{53CFDC8E-7DDA-C645-9BE2-8CB597AB2D7D}" srcOrd="1" destOrd="0" presId="urn:microsoft.com/office/officeart/2005/8/layout/chevron2"/>
    <dgm:cxn modelId="{CECB0B1A-BA44-2045-BFE2-06219A6683EC}" type="presParOf" srcId="{599F0B78-7E02-7B4B-9195-526072849088}" destId="{2CE0FA3E-D9A9-5D4D-A24C-A3E85F1A3CF4}" srcOrd="5" destOrd="0" presId="urn:microsoft.com/office/officeart/2005/8/layout/chevron2"/>
    <dgm:cxn modelId="{15450F4B-97A0-7048-9999-773BC13FD509}" type="presParOf" srcId="{599F0B78-7E02-7B4B-9195-526072849088}" destId="{76753207-6569-8743-ADCE-ED77424FA8A9}" srcOrd="6" destOrd="0" presId="urn:microsoft.com/office/officeart/2005/8/layout/chevron2"/>
    <dgm:cxn modelId="{3A2BD2FC-81A4-844F-ABB8-CE49D628BD39}" type="presParOf" srcId="{76753207-6569-8743-ADCE-ED77424FA8A9}" destId="{88B98203-58D6-624F-97AE-C9F8A4306D71}" srcOrd="0" destOrd="0" presId="urn:microsoft.com/office/officeart/2005/8/layout/chevron2"/>
    <dgm:cxn modelId="{4F929E37-C62D-E746-81CF-384A8DC1A066}" type="presParOf" srcId="{76753207-6569-8743-ADCE-ED77424FA8A9}" destId="{CCACA54F-0AAB-7D48-86D6-724509A66FC7}" srcOrd="1" destOrd="0" presId="urn:microsoft.com/office/officeart/2005/8/layout/chevron2"/>
    <dgm:cxn modelId="{FDDAAF6A-CB9F-D848-AFD2-29824205362D}" type="presParOf" srcId="{599F0B78-7E02-7B4B-9195-526072849088}" destId="{0331154B-5044-2541-827B-C47692CFA68D}" srcOrd="7" destOrd="0" presId="urn:microsoft.com/office/officeart/2005/8/layout/chevron2"/>
    <dgm:cxn modelId="{828F3A06-CB4F-DB42-8632-D5B8295586ED}" type="presParOf" srcId="{599F0B78-7E02-7B4B-9195-526072849088}" destId="{DC9B3154-E2F2-B149-9605-F583EF21BF66}" srcOrd="8" destOrd="0" presId="urn:microsoft.com/office/officeart/2005/8/layout/chevron2"/>
    <dgm:cxn modelId="{AA6247EA-B681-A241-B454-D6C8DD02DFC6}" type="presParOf" srcId="{DC9B3154-E2F2-B149-9605-F583EF21BF66}" destId="{5E82FF95-7B89-3849-977C-47421A39437A}" srcOrd="0" destOrd="0" presId="urn:microsoft.com/office/officeart/2005/8/layout/chevron2"/>
    <dgm:cxn modelId="{F1BB46A1-1841-E04F-8159-313629E795FC}" type="presParOf" srcId="{DC9B3154-E2F2-B149-9605-F583EF21BF66}" destId="{7948A5DA-BAD9-6245-A769-6040ECC96D32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627BA00-43BB-064C-9B53-92B2BAE6836F}" type="doc">
      <dgm:prSet loTypeId="urn:microsoft.com/office/officeart/2005/8/layout/chevron2" loCatId="" qsTypeId="urn:microsoft.com/office/officeart/2005/8/quickstyle/simple4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A8B27A34-72F7-FB43-8782-E05C1972E134}">
      <dgm:prSet phldrT="[Text]"/>
      <dgm:spPr/>
      <dgm:t>
        <a:bodyPr/>
        <a:lstStyle/>
        <a:p>
          <a:r>
            <a:rPr lang="en-US" dirty="0"/>
            <a:t>Week 6</a:t>
          </a:r>
        </a:p>
      </dgm:t>
    </dgm:pt>
    <dgm:pt modelId="{0A043ADE-D1F0-5C4E-B0F7-5FDCA0122C60}" type="parTrans" cxnId="{0DF4C6B2-AA17-F543-AD84-C744A4CCEB71}">
      <dgm:prSet/>
      <dgm:spPr/>
      <dgm:t>
        <a:bodyPr/>
        <a:lstStyle/>
        <a:p>
          <a:endParaRPr lang="en-US"/>
        </a:p>
      </dgm:t>
    </dgm:pt>
    <dgm:pt modelId="{0583FD0D-B1B0-F342-A1FF-1BDFA38F394D}" type="sibTrans" cxnId="{0DF4C6B2-AA17-F543-AD84-C744A4CCEB71}">
      <dgm:prSet/>
      <dgm:spPr/>
      <dgm:t>
        <a:bodyPr/>
        <a:lstStyle/>
        <a:p>
          <a:endParaRPr lang="en-US"/>
        </a:p>
      </dgm:t>
    </dgm:pt>
    <dgm:pt modelId="{A2BB9482-50AB-4E45-8173-3963477A6527}">
      <dgm:prSet/>
      <dgm:spPr/>
      <dgm:t>
        <a:bodyPr/>
        <a:lstStyle/>
        <a:p>
          <a:r>
            <a:rPr lang="en-US" dirty="0"/>
            <a:t>Face Detection and Facial Recognition</a:t>
          </a:r>
        </a:p>
      </dgm:t>
    </dgm:pt>
    <dgm:pt modelId="{0A0CCD10-F9F9-DD4C-BF21-1033A0F631EF}" type="parTrans" cxnId="{9BF2677F-2F84-0E41-9993-067A6423471B}">
      <dgm:prSet/>
      <dgm:spPr/>
      <dgm:t>
        <a:bodyPr/>
        <a:lstStyle/>
        <a:p>
          <a:endParaRPr lang="en-US"/>
        </a:p>
      </dgm:t>
    </dgm:pt>
    <dgm:pt modelId="{06253D28-6B4E-9245-A8E6-41E9F27BA305}" type="sibTrans" cxnId="{9BF2677F-2F84-0E41-9993-067A6423471B}">
      <dgm:prSet/>
      <dgm:spPr/>
      <dgm:t>
        <a:bodyPr/>
        <a:lstStyle/>
        <a:p>
          <a:endParaRPr lang="en-US"/>
        </a:p>
      </dgm:t>
    </dgm:pt>
    <dgm:pt modelId="{E8251A95-50CB-B746-BF25-54F24B60E38F}">
      <dgm:prSet/>
      <dgm:spPr/>
      <dgm:t>
        <a:bodyPr/>
        <a:lstStyle/>
        <a:p>
          <a:r>
            <a:rPr lang="en-US" dirty="0"/>
            <a:t>Week 9</a:t>
          </a:r>
        </a:p>
      </dgm:t>
    </dgm:pt>
    <dgm:pt modelId="{ABF6637F-E31C-9F4B-A533-80598D71B7AD}" type="parTrans" cxnId="{7797E647-5C50-DF41-A69F-155F5845EDB5}">
      <dgm:prSet/>
      <dgm:spPr/>
      <dgm:t>
        <a:bodyPr/>
        <a:lstStyle/>
        <a:p>
          <a:endParaRPr lang="en-US"/>
        </a:p>
      </dgm:t>
    </dgm:pt>
    <dgm:pt modelId="{D4F00EB6-FA1D-284D-8ED3-5CB268CA5097}" type="sibTrans" cxnId="{7797E647-5C50-DF41-A69F-155F5845EDB5}">
      <dgm:prSet/>
      <dgm:spPr/>
      <dgm:t>
        <a:bodyPr/>
        <a:lstStyle/>
        <a:p>
          <a:endParaRPr lang="en-US"/>
        </a:p>
      </dgm:t>
    </dgm:pt>
    <dgm:pt modelId="{E6C290CE-E454-4944-8682-8F17471873DB}">
      <dgm:prSet/>
      <dgm:spPr/>
      <dgm:t>
        <a:bodyPr/>
        <a:lstStyle/>
        <a:p>
          <a:r>
            <a:rPr lang="en-US" dirty="0"/>
            <a:t>Object Detection YOLO</a:t>
          </a:r>
        </a:p>
      </dgm:t>
    </dgm:pt>
    <dgm:pt modelId="{9B46D1D5-DA0A-EA4B-B5F7-2FA8C7D41D92}" type="parTrans" cxnId="{9675D318-2D0E-C845-BCB9-2B9834C3BAC6}">
      <dgm:prSet/>
      <dgm:spPr/>
      <dgm:t>
        <a:bodyPr/>
        <a:lstStyle/>
        <a:p>
          <a:endParaRPr lang="en-US"/>
        </a:p>
      </dgm:t>
    </dgm:pt>
    <dgm:pt modelId="{B871AE1C-33BB-0540-B5EC-9ED30059DDFA}" type="sibTrans" cxnId="{9675D318-2D0E-C845-BCB9-2B9834C3BAC6}">
      <dgm:prSet/>
      <dgm:spPr/>
      <dgm:t>
        <a:bodyPr/>
        <a:lstStyle/>
        <a:p>
          <a:endParaRPr lang="en-US"/>
        </a:p>
      </dgm:t>
    </dgm:pt>
    <dgm:pt modelId="{42075AD1-E1C3-D94B-B6C6-986B161CF21A}">
      <dgm:prSet/>
      <dgm:spPr/>
      <dgm:t>
        <a:bodyPr/>
        <a:lstStyle/>
        <a:p>
          <a:r>
            <a:rPr lang="en-US" dirty="0"/>
            <a:t>Week 10 </a:t>
          </a:r>
        </a:p>
      </dgm:t>
    </dgm:pt>
    <dgm:pt modelId="{0A86EEC8-E1E2-974C-A94B-ED563DFB1909}" type="parTrans" cxnId="{37FAC8E6-CB19-5149-AEB9-48C8B4B31980}">
      <dgm:prSet/>
      <dgm:spPr/>
      <dgm:t>
        <a:bodyPr/>
        <a:lstStyle/>
        <a:p>
          <a:endParaRPr lang="en-US"/>
        </a:p>
      </dgm:t>
    </dgm:pt>
    <dgm:pt modelId="{153D88B6-1848-B749-BED9-DE1000206E20}" type="sibTrans" cxnId="{37FAC8E6-CB19-5149-AEB9-48C8B4B31980}">
      <dgm:prSet/>
      <dgm:spPr/>
      <dgm:t>
        <a:bodyPr/>
        <a:lstStyle/>
        <a:p>
          <a:endParaRPr lang="en-US"/>
        </a:p>
      </dgm:t>
    </dgm:pt>
    <dgm:pt modelId="{EF244664-2B73-2848-9A48-7374E5CDDF26}">
      <dgm:prSet/>
      <dgm:spPr/>
      <dgm:t>
        <a:bodyPr/>
        <a:lstStyle/>
        <a:p>
          <a:r>
            <a:rPr lang="en-US" dirty="0"/>
            <a:t>Emotion + Gaze Tracking</a:t>
          </a:r>
        </a:p>
      </dgm:t>
    </dgm:pt>
    <dgm:pt modelId="{9354F595-EE17-174B-8782-5319EA44DAB9}" type="parTrans" cxnId="{A57822DF-096C-CC4A-B076-72F924307F09}">
      <dgm:prSet/>
      <dgm:spPr/>
      <dgm:t>
        <a:bodyPr/>
        <a:lstStyle/>
        <a:p>
          <a:endParaRPr lang="en-US"/>
        </a:p>
      </dgm:t>
    </dgm:pt>
    <dgm:pt modelId="{09490652-F02D-F343-8890-955CDF683B29}" type="sibTrans" cxnId="{A57822DF-096C-CC4A-B076-72F924307F09}">
      <dgm:prSet/>
      <dgm:spPr/>
      <dgm:t>
        <a:bodyPr/>
        <a:lstStyle/>
        <a:p>
          <a:endParaRPr lang="en-US"/>
        </a:p>
      </dgm:t>
    </dgm:pt>
    <dgm:pt modelId="{EFCC256A-24BC-4245-A664-63866B7F5E49}">
      <dgm:prSet/>
      <dgm:spPr/>
      <dgm:t>
        <a:bodyPr/>
        <a:lstStyle/>
        <a:p>
          <a:r>
            <a:rPr lang="en-US" dirty="0"/>
            <a:t>Week 11</a:t>
          </a:r>
        </a:p>
      </dgm:t>
    </dgm:pt>
    <dgm:pt modelId="{EC212A3C-166A-8541-9707-6A4B6467822E}" type="parTrans" cxnId="{3F41C0C7-D828-4848-98CB-95BCF9E583B9}">
      <dgm:prSet/>
      <dgm:spPr/>
      <dgm:t>
        <a:bodyPr/>
        <a:lstStyle/>
        <a:p>
          <a:endParaRPr lang="en-US"/>
        </a:p>
      </dgm:t>
    </dgm:pt>
    <dgm:pt modelId="{096C807B-47D6-324D-883C-6D21359A7A1C}" type="sibTrans" cxnId="{3F41C0C7-D828-4848-98CB-95BCF9E583B9}">
      <dgm:prSet/>
      <dgm:spPr/>
      <dgm:t>
        <a:bodyPr/>
        <a:lstStyle/>
        <a:p>
          <a:endParaRPr lang="en-US"/>
        </a:p>
      </dgm:t>
    </dgm:pt>
    <dgm:pt modelId="{AC53ED71-A1BC-FA48-8EDC-C46AEBD3731F}">
      <dgm:prSet/>
      <dgm:spPr/>
      <dgm:t>
        <a:bodyPr/>
        <a:lstStyle/>
        <a:p>
          <a:r>
            <a:rPr lang="en-US" dirty="0"/>
            <a:t>Unity</a:t>
          </a:r>
        </a:p>
      </dgm:t>
    </dgm:pt>
    <dgm:pt modelId="{A4DB4228-A50F-0142-AB9C-B48ABD1184CE}" type="parTrans" cxnId="{A324C36A-CD89-7947-B041-D4476B1151D7}">
      <dgm:prSet/>
      <dgm:spPr/>
      <dgm:t>
        <a:bodyPr/>
        <a:lstStyle/>
        <a:p>
          <a:endParaRPr lang="en-US"/>
        </a:p>
      </dgm:t>
    </dgm:pt>
    <dgm:pt modelId="{0C010293-5F01-AE43-B133-AEE19046F925}" type="sibTrans" cxnId="{A324C36A-CD89-7947-B041-D4476B1151D7}">
      <dgm:prSet/>
      <dgm:spPr/>
      <dgm:t>
        <a:bodyPr/>
        <a:lstStyle/>
        <a:p>
          <a:endParaRPr lang="en-US"/>
        </a:p>
      </dgm:t>
    </dgm:pt>
    <dgm:pt modelId="{8A1C17F2-F20E-4648-AACD-CBDA45F3FBC1}">
      <dgm:prSet/>
      <dgm:spPr/>
      <dgm:t>
        <a:bodyPr/>
        <a:lstStyle/>
        <a:p>
          <a:r>
            <a:rPr lang="en-US" dirty="0"/>
            <a:t>Week 12</a:t>
          </a:r>
        </a:p>
      </dgm:t>
    </dgm:pt>
    <dgm:pt modelId="{81FFFFE6-3725-BC41-905B-97C25599B0BA}" type="parTrans" cxnId="{C2F2A497-FC49-B44C-99D4-87F1A5ADFEB1}">
      <dgm:prSet/>
      <dgm:spPr/>
      <dgm:t>
        <a:bodyPr/>
        <a:lstStyle/>
        <a:p>
          <a:endParaRPr lang="en-US"/>
        </a:p>
      </dgm:t>
    </dgm:pt>
    <dgm:pt modelId="{CF674B0F-6EB2-3E4D-B94D-2D61A0A1839E}" type="sibTrans" cxnId="{C2F2A497-FC49-B44C-99D4-87F1A5ADFEB1}">
      <dgm:prSet/>
      <dgm:spPr/>
      <dgm:t>
        <a:bodyPr/>
        <a:lstStyle/>
        <a:p>
          <a:endParaRPr lang="en-US"/>
        </a:p>
      </dgm:t>
    </dgm:pt>
    <dgm:pt modelId="{1C0D2C3D-C86E-7642-B2BF-5D46945BEC23}">
      <dgm:prSet/>
      <dgm:spPr/>
      <dgm:t>
        <a:bodyPr/>
        <a:lstStyle/>
        <a:p>
          <a:r>
            <a:rPr lang="en-US" dirty="0"/>
            <a:t>AR</a:t>
          </a:r>
        </a:p>
      </dgm:t>
    </dgm:pt>
    <dgm:pt modelId="{81584D3C-1407-FB48-A845-C423AC1C549B}" type="parTrans" cxnId="{140297EA-1B0D-5946-A43E-B9A932EAD0A6}">
      <dgm:prSet/>
      <dgm:spPr/>
      <dgm:t>
        <a:bodyPr/>
        <a:lstStyle/>
        <a:p>
          <a:endParaRPr lang="en-US"/>
        </a:p>
      </dgm:t>
    </dgm:pt>
    <dgm:pt modelId="{0E931262-7C82-0D4A-B221-2A323B827CFD}" type="sibTrans" cxnId="{140297EA-1B0D-5946-A43E-B9A932EAD0A6}">
      <dgm:prSet/>
      <dgm:spPr/>
      <dgm:t>
        <a:bodyPr/>
        <a:lstStyle/>
        <a:p>
          <a:endParaRPr lang="en-US"/>
        </a:p>
      </dgm:t>
    </dgm:pt>
    <dgm:pt modelId="{599F0B78-7E02-7B4B-9195-526072849088}" type="pres">
      <dgm:prSet presAssocID="{D627BA00-43BB-064C-9B53-92B2BAE6836F}" presName="linearFlow" presStyleCnt="0">
        <dgm:presLayoutVars>
          <dgm:dir/>
          <dgm:animLvl val="lvl"/>
          <dgm:resizeHandles val="exact"/>
        </dgm:presLayoutVars>
      </dgm:prSet>
      <dgm:spPr/>
    </dgm:pt>
    <dgm:pt modelId="{AB73D05B-71D9-9446-B53D-CDB359FB1E0C}" type="pres">
      <dgm:prSet presAssocID="{A8B27A34-72F7-FB43-8782-E05C1972E134}" presName="composite" presStyleCnt="0"/>
      <dgm:spPr/>
    </dgm:pt>
    <dgm:pt modelId="{1EDA3EBC-CE18-9245-8D6B-E1359CDCA498}" type="pres">
      <dgm:prSet presAssocID="{A8B27A34-72F7-FB43-8782-E05C1972E134}" presName="parentText" presStyleLbl="alignNode1" presStyleIdx="0" presStyleCnt="5">
        <dgm:presLayoutVars>
          <dgm:chMax val="1"/>
          <dgm:bulletEnabled val="1"/>
        </dgm:presLayoutVars>
      </dgm:prSet>
      <dgm:spPr/>
    </dgm:pt>
    <dgm:pt modelId="{3A1EA24C-1C53-C84F-9B77-07A537240CD9}" type="pres">
      <dgm:prSet presAssocID="{A8B27A34-72F7-FB43-8782-E05C1972E134}" presName="descendantText" presStyleLbl="alignAcc1" presStyleIdx="0" presStyleCnt="5">
        <dgm:presLayoutVars>
          <dgm:bulletEnabled val="1"/>
        </dgm:presLayoutVars>
      </dgm:prSet>
      <dgm:spPr/>
    </dgm:pt>
    <dgm:pt modelId="{895A1DFA-B542-DB45-A950-76C9AA3AD07F}" type="pres">
      <dgm:prSet presAssocID="{0583FD0D-B1B0-F342-A1FF-1BDFA38F394D}" presName="sp" presStyleCnt="0"/>
      <dgm:spPr/>
    </dgm:pt>
    <dgm:pt modelId="{88D05E5C-1CA3-3949-B614-C0531DFBC6E8}" type="pres">
      <dgm:prSet presAssocID="{E8251A95-50CB-B746-BF25-54F24B60E38F}" presName="composite" presStyleCnt="0"/>
      <dgm:spPr/>
    </dgm:pt>
    <dgm:pt modelId="{6C5033B1-8DB1-BC4D-BDDA-93F6FF4B9716}" type="pres">
      <dgm:prSet presAssocID="{E8251A95-50CB-B746-BF25-54F24B60E38F}" presName="parentText" presStyleLbl="alignNode1" presStyleIdx="1" presStyleCnt="5">
        <dgm:presLayoutVars>
          <dgm:chMax val="1"/>
          <dgm:bulletEnabled val="1"/>
        </dgm:presLayoutVars>
      </dgm:prSet>
      <dgm:spPr/>
    </dgm:pt>
    <dgm:pt modelId="{09B737B0-CF30-2241-B9BE-C6E9D5CF6341}" type="pres">
      <dgm:prSet presAssocID="{E8251A95-50CB-B746-BF25-54F24B60E38F}" presName="descendantText" presStyleLbl="alignAcc1" presStyleIdx="1" presStyleCnt="5">
        <dgm:presLayoutVars>
          <dgm:bulletEnabled val="1"/>
        </dgm:presLayoutVars>
      </dgm:prSet>
      <dgm:spPr/>
    </dgm:pt>
    <dgm:pt modelId="{0C6E3111-4CC8-A94A-8031-3CE8E8E5F3F7}" type="pres">
      <dgm:prSet presAssocID="{D4F00EB6-FA1D-284D-8ED3-5CB268CA5097}" presName="sp" presStyleCnt="0"/>
      <dgm:spPr/>
    </dgm:pt>
    <dgm:pt modelId="{ECB2A2CF-06D3-7745-A898-B02FF051D4B0}" type="pres">
      <dgm:prSet presAssocID="{42075AD1-E1C3-D94B-B6C6-986B161CF21A}" presName="composite" presStyleCnt="0"/>
      <dgm:spPr/>
    </dgm:pt>
    <dgm:pt modelId="{B7E4E6F6-C1D3-4440-993D-6AD05B8B5BCD}" type="pres">
      <dgm:prSet presAssocID="{42075AD1-E1C3-D94B-B6C6-986B161CF21A}" presName="parentText" presStyleLbl="alignNode1" presStyleIdx="2" presStyleCnt="5">
        <dgm:presLayoutVars>
          <dgm:chMax val="1"/>
          <dgm:bulletEnabled val="1"/>
        </dgm:presLayoutVars>
      </dgm:prSet>
      <dgm:spPr/>
    </dgm:pt>
    <dgm:pt modelId="{F3E30923-D322-AA48-90CD-6DA6B2F10B7B}" type="pres">
      <dgm:prSet presAssocID="{42075AD1-E1C3-D94B-B6C6-986B161CF21A}" presName="descendantText" presStyleLbl="alignAcc1" presStyleIdx="2" presStyleCnt="5">
        <dgm:presLayoutVars>
          <dgm:bulletEnabled val="1"/>
        </dgm:presLayoutVars>
      </dgm:prSet>
      <dgm:spPr/>
    </dgm:pt>
    <dgm:pt modelId="{1C924779-9233-F945-B6DD-69C15F3A466C}" type="pres">
      <dgm:prSet presAssocID="{153D88B6-1848-B749-BED9-DE1000206E20}" presName="sp" presStyleCnt="0"/>
      <dgm:spPr/>
    </dgm:pt>
    <dgm:pt modelId="{0A8DC40F-81CA-6849-8E4C-B18A2CB6F81D}" type="pres">
      <dgm:prSet presAssocID="{EFCC256A-24BC-4245-A664-63866B7F5E49}" presName="composite" presStyleCnt="0"/>
      <dgm:spPr/>
    </dgm:pt>
    <dgm:pt modelId="{A78A939E-3E5A-6C4F-B800-D16E2589D8B0}" type="pres">
      <dgm:prSet presAssocID="{EFCC256A-24BC-4245-A664-63866B7F5E49}" presName="parentText" presStyleLbl="alignNode1" presStyleIdx="3" presStyleCnt="5">
        <dgm:presLayoutVars>
          <dgm:chMax val="1"/>
          <dgm:bulletEnabled val="1"/>
        </dgm:presLayoutVars>
      </dgm:prSet>
      <dgm:spPr/>
    </dgm:pt>
    <dgm:pt modelId="{5BE63B51-1693-4741-987C-5EB381ED6B72}" type="pres">
      <dgm:prSet presAssocID="{EFCC256A-24BC-4245-A664-63866B7F5E49}" presName="descendantText" presStyleLbl="alignAcc1" presStyleIdx="3" presStyleCnt="5">
        <dgm:presLayoutVars>
          <dgm:bulletEnabled val="1"/>
        </dgm:presLayoutVars>
      </dgm:prSet>
      <dgm:spPr/>
    </dgm:pt>
    <dgm:pt modelId="{C8FCF042-A826-3842-9950-CCF2ABD572EF}" type="pres">
      <dgm:prSet presAssocID="{096C807B-47D6-324D-883C-6D21359A7A1C}" presName="sp" presStyleCnt="0"/>
      <dgm:spPr/>
    </dgm:pt>
    <dgm:pt modelId="{C0F5F06D-8666-4542-9DA4-C8A7E5B6AB68}" type="pres">
      <dgm:prSet presAssocID="{8A1C17F2-F20E-4648-AACD-CBDA45F3FBC1}" presName="composite" presStyleCnt="0"/>
      <dgm:spPr/>
    </dgm:pt>
    <dgm:pt modelId="{E0A83299-CE1E-0B40-8EA9-6D1DF35BCCDB}" type="pres">
      <dgm:prSet presAssocID="{8A1C17F2-F20E-4648-AACD-CBDA45F3FBC1}" presName="parentText" presStyleLbl="alignNode1" presStyleIdx="4" presStyleCnt="5">
        <dgm:presLayoutVars>
          <dgm:chMax val="1"/>
          <dgm:bulletEnabled val="1"/>
        </dgm:presLayoutVars>
      </dgm:prSet>
      <dgm:spPr/>
    </dgm:pt>
    <dgm:pt modelId="{9B86B1AB-A3BC-FF41-9AE8-0646AF7F3940}" type="pres">
      <dgm:prSet presAssocID="{8A1C17F2-F20E-4648-AACD-CBDA45F3FBC1}" presName="descendantText" presStyleLbl="alignAcc1" presStyleIdx="4" presStyleCnt="5">
        <dgm:presLayoutVars>
          <dgm:bulletEnabled val="1"/>
        </dgm:presLayoutVars>
      </dgm:prSet>
      <dgm:spPr/>
    </dgm:pt>
  </dgm:ptLst>
  <dgm:cxnLst>
    <dgm:cxn modelId="{5942A403-C26F-2240-97AD-4EDA2BFF97E3}" type="presOf" srcId="{A8B27A34-72F7-FB43-8782-E05C1972E134}" destId="{1EDA3EBC-CE18-9245-8D6B-E1359CDCA498}" srcOrd="0" destOrd="0" presId="urn:microsoft.com/office/officeart/2005/8/layout/chevron2"/>
    <dgm:cxn modelId="{662CB80D-CF08-B44B-BF6A-D60D4E23BB74}" type="presOf" srcId="{E6C290CE-E454-4944-8682-8F17471873DB}" destId="{09B737B0-CF30-2241-B9BE-C6E9D5CF6341}" srcOrd="0" destOrd="0" presId="urn:microsoft.com/office/officeart/2005/8/layout/chevron2"/>
    <dgm:cxn modelId="{9675D318-2D0E-C845-BCB9-2B9834C3BAC6}" srcId="{E8251A95-50CB-B746-BF25-54F24B60E38F}" destId="{E6C290CE-E454-4944-8682-8F17471873DB}" srcOrd="0" destOrd="0" parTransId="{9B46D1D5-DA0A-EA4B-B5F7-2FA8C7D41D92}" sibTransId="{B871AE1C-33BB-0540-B5EC-9ED30059DDFA}"/>
    <dgm:cxn modelId="{FC9D663D-6429-E346-A3AD-87C769C12B73}" type="presOf" srcId="{D627BA00-43BB-064C-9B53-92B2BAE6836F}" destId="{599F0B78-7E02-7B4B-9195-526072849088}" srcOrd="0" destOrd="0" presId="urn:microsoft.com/office/officeart/2005/8/layout/chevron2"/>
    <dgm:cxn modelId="{7797E647-5C50-DF41-A69F-155F5845EDB5}" srcId="{D627BA00-43BB-064C-9B53-92B2BAE6836F}" destId="{E8251A95-50CB-B746-BF25-54F24B60E38F}" srcOrd="1" destOrd="0" parTransId="{ABF6637F-E31C-9F4B-A533-80598D71B7AD}" sibTransId="{D4F00EB6-FA1D-284D-8ED3-5CB268CA5097}"/>
    <dgm:cxn modelId="{A324C36A-CD89-7947-B041-D4476B1151D7}" srcId="{EFCC256A-24BC-4245-A664-63866B7F5E49}" destId="{AC53ED71-A1BC-FA48-8EDC-C46AEBD3731F}" srcOrd="0" destOrd="0" parTransId="{A4DB4228-A50F-0142-AB9C-B48ABD1184CE}" sibTransId="{0C010293-5F01-AE43-B133-AEE19046F925}"/>
    <dgm:cxn modelId="{6CC81F4D-FDF7-9F4D-8BB7-52BE6184B0B3}" type="presOf" srcId="{E8251A95-50CB-B746-BF25-54F24B60E38F}" destId="{6C5033B1-8DB1-BC4D-BDDA-93F6FF4B9716}" srcOrd="0" destOrd="0" presId="urn:microsoft.com/office/officeart/2005/8/layout/chevron2"/>
    <dgm:cxn modelId="{AFC04A7D-0155-0844-8D01-3BAE6EC92B0F}" type="presOf" srcId="{1C0D2C3D-C86E-7642-B2BF-5D46945BEC23}" destId="{9B86B1AB-A3BC-FF41-9AE8-0646AF7F3940}" srcOrd="0" destOrd="0" presId="urn:microsoft.com/office/officeart/2005/8/layout/chevron2"/>
    <dgm:cxn modelId="{9BF2677F-2F84-0E41-9993-067A6423471B}" srcId="{A8B27A34-72F7-FB43-8782-E05C1972E134}" destId="{A2BB9482-50AB-4E45-8173-3963477A6527}" srcOrd="0" destOrd="0" parTransId="{0A0CCD10-F9F9-DD4C-BF21-1033A0F631EF}" sibTransId="{06253D28-6B4E-9245-A8E6-41E9F27BA305}"/>
    <dgm:cxn modelId="{13261C86-D823-EB45-BF01-1ECAF759B656}" type="presOf" srcId="{8A1C17F2-F20E-4648-AACD-CBDA45F3FBC1}" destId="{E0A83299-CE1E-0B40-8EA9-6D1DF35BCCDB}" srcOrd="0" destOrd="0" presId="urn:microsoft.com/office/officeart/2005/8/layout/chevron2"/>
    <dgm:cxn modelId="{C2F2A497-FC49-B44C-99D4-87F1A5ADFEB1}" srcId="{D627BA00-43BB-064C-9B53-92B2BAE6836F}" destId="{8A1C17F2-F20E-4648-AACD-CBDA45F3FBC1}" srcOrd="4" destOrd="0" parTransId="{81FFFFE6-3725-BC41-905B-97C25599B0BA}" sibTransId="{CF674B0F-6EB2-3E4D-B94D-2D61A0A1839E}"/>
    <dgm:cxn modelId="{0DF4C6B2-AA17-F543-AD84-C744A4CCEB71}" srcId="{D627BA00-43BB-064C-9B53-92B2BAE6836F}" destId="{A8B27A34-72F7-FB43-8782-E05C1972E134}" srcOrd="0" destOrd="0" parTransId="{0A043ADE-D1F0-5C4E-B0F7-5FDCA0122C60}" sibTransId="{0583FD0D-B1B0-F342-A1FF-1BDFA38F394D}"/>
    <dgm:cxn modelId="{3FEC82BD-518B-D640-9FE7-031ACF7CA552}" type="presOf" srcId="{42075AD1-E1C3-D94B-B6C6-986B161CF21A}" destId="{B7E4E6F6-C1D3-4440-993D-6AD05B8B5BCD}" srcOrd="0" destOrd="0" presId="urn:microsoft.com/office/officeart/2005/8/layout/chevron2"/>
    <dgm:cxn modelId="{45E53BC4-F270-3044-8152-76B488658897}" type="presOf" srcId="{A2BB9482-50AB-4E45-8173-3963477A6527}" destId="{3A1EA24C-1C53-C84F-9B77-07A537240CD9}" srcOrd="0" destOrd="0" presId="urn:microsoft.com/office/officeart/2005/8/layout/chevron2"/>
    <dgm:cxn modelId="{3F41C0C7-D828-4848-98CB-95BCF9E583B9}" srcId="{D627BA00-43BB-064C-9B53-92B2BAE6836F}" destId="{EFCC256A-24BC-4245-A664-63866B7F5E49}" srcOrd="3" destOrd="0" parTransId="{EC212A3C-166A-8541-9707-6A4B6467822E}" sibTransId="{096C807B-47D6-324D-883C-6D21359A7A1C}"/>
    <dgm:cxn modelId="{A270DFDE-B34A-B24A-8CF9-D302DAF3DF0A}" type="presOf" srcId="{AC53ED71-A1BC-FA48-8EDC-C46AEBD3731F}" destId="{5BE63B51-1693-4741-987C-5EB381ED6B72}" srcOrd="0" destOrd="0" presId="urn:microsoft.com/office/officeart/2005/8/layout/chevron2"/>
    <dgm:cxn modelId="{A57822DF-096C-CC4A-B076-72F924307F09}" srcId="{42075AD1-E1C3-D94B-B6C6-986B161CF21A}" destId="{EF244664-2B73-2848-9A48-7374E5CDDF26}" srcOrd="0" destOrd="0" parTransId="{9354F595-EE17-174B-8782-5319EA44DAB9}" sibTransId="{09490652-F02D-F343-8890-955CDF683B29}"/>
    <dgm:cxn modelId="{37FAC8E6-CB19-5149-AEB9-48C8B4B31980}" srcId="{D627BA00-43BB-064C-9B53-92B2BAE6836F}" destId="{42075AD1-E1C3-D94B-B6C6-986B161CF21A}" srcOrd="2" destOrd="0" parTransId="{0A86EEC8-E1E2-974C-A94B-ED563DFB1909}" sibTransId="{153D88B6-1848-B749-BED9-DE1000206E20}"/>
    <dgm:cxn modelId="{140297EA-1B0D-5946-A43E-B9A932EAD0A6}" srcId="{8A1C17F2-F20E-4648-AACD-CBDA45F3FBC1}" destId="{1C0D2C3D-C86E-7642-B2BF-5D46945BEC23}" srcOrd="0" destOrd="0" parTransId="{81584D3C-1407-FB48-A845-C423AC1C549B}" sibTransId="{0E931262-7C82-0D4A-B221-2A323B827CFD}"/>
    <dgm:cxn modelId="{D4645BF3-8A6D-4F4A-B9B5-2937B1ACFFEF}" type="presOf" srcId="{EF244664-2B73-2848-9A48-7374E5CDDF26}" destId="{F3E30923-D322-AA48-90CD-6DA6B2F10B7B}" srcOrd="0" destOrd="0" presId="urn:microsoft.com/office/officeart/2005/8/layout/chevron2"/>
    <dgm:cxn modelId="{4697B9F9-D3E3-4540-9340-58A16D8EC0AC}" type="presOf" srcId="{EFCC256A-24BC-4245-A664-63866B7F5E49}" destId="{A78A939E-3E5A-6C4F-B800-D16E2589D8B0}" srcOrd="0" destOrd="0" presId="urn:microsoft.com/office/officeart/2005/8/layout/chevron2"/>
    <dgm:cxn modelId="{E61FBA69-13E4-C64C-B90F-A24CF45E083B}" type="presParOf" srcId="{599F0B78-7E02-7B4B-9195-526072849088}" destId="{AB73D05B-71D9-9446-B53D-CDB359FB1E0C}" srcOrd="0" destOrd="0" presId="urn:microsoft.com/office/officeart/2005/8/layout/chevron2"/>
    <dgm:cxn modelId="{042E087E-B25C-6A4C-A210-223A3D2007F7}" type="presParOf" srcId="{AB73D05B-71D9-9446-B53D-CDB359FB1E0C}" destId="{1EDA3EBC-CE18-9245-8D6B-E1359CDCA498}" srcOrd="0" destOrd="0" presId="urn:microsoft.com/office/officeart/2005/8/layout/chevron2"/>
    <dgm:cxn modelId="{8E98338C-5DB2-D444-850F-A0B68D812D3C}" type="presParOf" srcId="{AB73D05B-71D9-9446-B53D-CDB359FB1E0C}" destId="{3A1EA24C-1C53-C84F-9B77-07A537240CD9}" srcOrd="1" destOrd="0" presId="urn:microsoft.com/office/officeart/2005/8/layout/chevron2"/>
    <dgm:cxn modelId="{0C43CAFE-D991-7446-A52D-E2CFC2F9CB7C}" type="presParOf" srcId="{599F0B78-7E02-7B4B-9195-526072849088}" destId="{895A1DFA-B542-DB45-A950-76C9AA3AD07F}" srcOrd="1" destOrd="0" presId="urn:microsoft.com/office/officeart/2005/8/layout/chevron2"/>
    <dgm:cxn modelId="{F667F096-C980-0041-94C6-9DD190E4A80F}" type="presParOf" srcId="{599F0B78-7E02-7B4B-9195-526072849088}" destId="{88D05E5C-1CA3-3949-B614-C0531DFBC6E8}" srcOrd="2" destOrd="0" presId="urn:microsoft.com/office/officeart/2005/8/layout/chevron2"/>
    <dgm:cxn modelId="{FDE86A8B-4A03-CB48-9D7A-A5F44CB2A503}" type="presParOf" srcId="{88D05E5C-1CA3-3949-B614-C0531DFBC6E8}" destId="{6C5033B1-8DB1-BC4D-BDDA-93F6FF4B9716}" srcOrd="0" destOrd="0" presId="urn:microsoft.com/office/officeart/2005/8/layout/chevron2"/>
    <dgm:cxn modelId="{ED2B491F-AEE8-4B49-B373-861F61F1E61B}" type="presParOf" srcId="{88D05E5C-1CA3-3949-B614-C0531DFBC6E8}" destId="{09B737B0-CF30-2241-B9BE-C6E9D5CF6341}" srcOrd="1" destOrd="0" presId="urn:microsoft.com/office/officeart/2005/8/layout/chevron2"/>
    <dgm:cxn modelId="{C3555122-59FB-7346-B616-DDADC4B0DB79}" type="presParOf" srcId="{599F0B78-7E02-7B4B-9195-526072849088}" destId="{0C6E3111-4CC8-A94A-8031-3CE8E8E5F3F7}" srcOrd="3" destOrd="0" presId="urn:microsoft.com/office/officeart/2005/8/layout/chevron2"/>
    <dgm:cxn modelId="{65229A0D-B6CE-8044-9E2A-A063D0E81ADE}" type="presParOf" srcId="{599F0B78-7E02-7B4B-9195-526072849088}" destId="{ECB2A2CF-06D3-7745-A898-B02FF051D4B0}" srcOrd="4" destOrd="0" presId="urn:microsoft.com/office/officeart/2005/8/layout/chevron2"/>
    <dgm:cxn modelId="{2E7674F4-2B4A-464C-8DDC-77D12DA525D9}" type="presParOf" srcId="{ECB2A2CF-06D3-7745-A898-B02FF051D4B0}" destId="{B7E4E6F6-C1D3-4440-993D-6AD05B8B5BCD}" srcOrd="0" destOrd="0" presId="urn:microsoft.com/office/officeart/2005/8/layout/chevron2"/>
    <dgm:cxn modelId="{F9327B5B-57CE-8C4D-BF5F-83098E066E99}" type="presParOf" srcId="{ECB2A2CF-06D3-7745-A898-B02FF051D4B0}" destId="{F3E30923-D322-AA48-90CD-6DA6B2F10B7B}" srcOrd="1" destOrd="0" presId="urn:microsoft.com/office/officeart/2005/8/layout/chevron2"/>
    <dgm:cxn modelId="{FCA392F6-F6D5-8640-B4D9-DD41E0597882}" type="presParOf" srcId="{599F0B78-7E02-7B4B-9195-526072849088}" destId="{1C924779-9233-F945-B6DD-69C15F3A466C}" srcOrd="5" destOrd="0" presId="urn:microsoft.com/office/officeart/2005/8/layout/chevron2"/>
    <dgm:cxn modelId="{CF92256D-BEE3-674D-B39B-FF1843D371CD}" type="presParOf" srcId="{599F0B78-7E02-7B4B-9195-526072849088}" destId="{0A8DC40F-81CA-6849-8E4C-B18A2CB6F81D}" srcOrd="6" destOrd="0" presId="urn:microsoft.com/office/officeart/2005/8/layout/chevron2"/>
    <dgm:cxn modelId="{2FD84C7D-7A8A-3947-84E4-7CC6D0E9C7C2}" type="presParOf" srcId="{0A8DC40F-81CA-6849-8E4C-B18A2CB6F81D}" destId="{A78A939E-3E5A-6C4F-B800-D16E2589D8B0}" srcOrd="0" destOrd="0" presId="urn:microsoft.com/office/officeart/2005/8/layout/chevron2"/>
    <dgm:cxn modelId="{E462D46A-D131-4F4C-839B-B286F9B683E6}" type="presParOf" srcId="{0A8DC40F-81CA-6849-8E4C-B18A2CB6F81D}" destId="{5BE63B51-1693-4741-987C-5EB381ED6B72}" srcOrd="1" destOrd="0" presId="urn:microsoft.com/office/officeart/2005/8/layout/chevron2"/>
    <dgm:cxn modelId="{28F3741E-529F-E64E-97FF-A2186C4D62EF}" type="presParOf" srcId="{599F0B78-7E02-7B4B-9195-526072849088}" destId="{C8FCF042-A826-3842-9950-CCF2ABD572EF}" srcOrd="7" destOrd="0" presId="urn:microsoft.com/office/officeart/2005/8/layout/chevron2"/>
    <dgm:cxn modelId="{0264A3D6-3FDD-5744-8076-0E63BF05D8A8}" type="presParOf" srcId="{599F0B78-7E02-7B4B-9195-526072849088}" destId="{C0F5F06D-8666-4542-9DA4-C8A7E5B6AB68}" srcOrd="8" destOrd="0" presId="urn:microsoft.com/office/officeart/2005/8/layout/chevron2"/>
    <dgm:cxn modelId="{09740D38-ADC7-8D41-A761-9EDC0186D32F}" type="presParOf" srcId="{C0F5F06D-8666-4542-9DA4-C8A7E5B6AB68}" destId="{E0A83299-CE1E-0B40-8EA9-6D1DF35BCCDB}" srcOrd="0" destOrd="0" presId="urn:microsoft.com/office/officeart/2005/8/layout/chevron2"/>
    <dgm:cxn modelId="{87C87053-F9AC-C14A-A068-462020328F88}" type="presParOf" srcId="{C0F5F06D-8666-4542-9DA4-C8A7E5B6AB68}" destId="{9B86B1AB-A3BC-FF41-9AE8-0646AF7F3940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EDA3EBC-CE18-9245-8D6B-E1359CDCA498}">
      <dsp:nvSpPr>
        <dsp:cNvPr id="0" name=""/>
        <dsp:cNvSpPr/>
      </dsp:nvSpPr>
      <dsp:spPr>
        <a:xfrm rot="5400000">
          <a:off x="-213813" y="215427"/>
          <a:ext cx="1425425" cy="997797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Week 1</a:t>
          </a:r>
        </a:p>
      </dsp:txBody>
      <dsp:txXfrm rot="-5400000">
        <a:off x="2" y="500512"/>
        <a:ext cx="997797" cy="427628"/>
      </dsp:txXfrm>
    </dsp:sp>
    <dsp:sp modelId="{3A1EA24C-1C53-C84F-9B77-07A537240CD9}">
      <dsp:nvSpPr>
        <dsp:cNvPr id="0" name=""/>
        <dsp:cNvSpPr/>
      </dsp:nvSpPr>
      <dsp:spPr>
        <a:xfrm rot="5400000">
          <a:off x="3464646" y="-2465235"/>
          <a:ext cx="926526" cy="5860224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3360" tIns="19050" rIns="19050" bIns="19050" numCol="1" spcCol="1270" anchor="ctr" anchorCtr="0">
          <a:noAutofit/>
        </a:bodyPr>
        <a:lstStyle/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000" kern="1200" dirty="0"/>
            <a:t>Markers TUIO</a:t>
          </a:r>
        </a:p>
      </dsp:txBody>
      <dsp:txXfrm rot="-5400000">
        <a:off x="997798" y="46842"/>
        <a:ext cx="5814995" cy="836068"/>
      </dsp:txXfrm>
    </dsp:sp>
    <dsp:sp modelId="{A53FACD3-40CD-1843-BB84-13DE31F5E76A}">
      <dsp:nvSpPr>
        <dsp:cNvPr id="0" name=""/>
        <dsp:cNvSpPr/>
      </dsp:nvSpPr>
      <dsp:spPr>
        <a:xfrm rot="5400000">
          <a:off x="-213813" y="1526419"/>
          <a:ext cx="1425425" cy="997797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Week 2</a:t>
          </a:r>
        </a:p>
      </dsp:txBody>
      <dsp:txXfrm rot="-5400000">
        <a:off x="2" y="1811504"/>
        <a:ext cx="997797" cy="427628"/>
      </dsp:txXfrm>
    </dsp:sp>
    <dsp:sp modelId="{7181429A-E6F8-FE40-960D-473E3A61F094}">
      <dsp:nvSpPr>
        <dsp:cNvPr id="0" name=""/>
        <dsp:cNvSpPr/>
      </dsp:nvSpPr>
      <dsp:spPr>
        <a:xfrm rot="5400000">
          <a:off x="3464646" y="-1154243"/>
          <a:ext cx="926526" cy="5860224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3360" tIns="19050" rIns="19050" bIns="19050" numCol="1" spcCol="1270" anchor="ctr" anchorCtr="0">
          <a:noAutofit/>
        </a:bodyPr>
        <a:lstStyle/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000" kern="1200" dirty="0"/>
            <a:t>TUIO + GUI</a:t>
          </a:r>
        </a:p>
      </dsp:txBody>
      <dsp:txXfrm rot="-5400000">
        <a:off x="997798" y="1357834"/>
        <a:ext cx="5814995" cy="836068"/>
      </dsp:txXfrm>
    </dsp:sp>
    <dsp:sp modelId="{D4826087-65DD-6D4D-A1E8-7A8117E9FDD7}">
      <dsp:nvSpPr>
        <dsp:cNvPr id="0" name=""/>
        <dsp:cNvSpPr/>
      </dsp:nvSpPr>
      <dsp:spPr>
        <a:xfrm rot="5400000">
          <a:off x="-213813" y="2837411"/>
          <a:ext cx="1425425" cy="997797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Week 3 </a:t>
          </a:r>
        </a:p>
      </dsp:txBody>
      <dsp:txXfrm rot="-5400000">
        <a:off x="2" y="3122496"/>
        <a:ext cx="997797" cy="427628"/>
      </dsp:txXfrm>
    </dsp:sp>
    <dsp:sp modelId="{53CFDC8E-7DDA-C645-9BE2-8CB597AB2D7D}">
      <dsp:nvSpPr>
        <dsp:cNvPr id="0" name=""/>
        <dsp:cNvSpPr/>
      </dsp:nvSpPr>
      <dsp:spPr>
        <a:xfrm rot="5400000">
          <a:off x="3464646" y="156748"/>
          <a:ext cx="926526" cy="5860224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3360" tIns="19050" rIns="19050" bIns="19050" numCol="1" spcCol="1270" anchor="ctr" anchorCtr="0">
          <a:noAutofit/>
        </a:bodyPr>
        <a:lstStyle/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000" kern="1200" dirty="0"/>
            <a:t>Sockets</a:t>
          </a:r>
        </a:p>
      </dsp:txBody>
      <dsp:txXfrm rot="-5400000">
        <a:off x="997798" y="2668826"/>
        <a:ext cx="5814995" cy="836068"/>
      </dsp:txXfrm>
    </dsp:sp>
    <dsp:sp modelId="{88B98203-58D6-624F-97AE-C9F8A4306D71}">
      <dsp:nvSpPr>
        <dsp:cNvPr id="0" name=""/>
        <dsp:cNvSpPr/>
      </dsp:nvSpPr>
      <dsp:spPr>
        <a:xfrm rot="5400000">
          <a:off x="-213813" y="4148402"/>
          <a:ext cx="1425425" cy="997797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Week 4</a:t>
          </a:r>
        </a:p>
      </dsp:txBody>
      <dsp:txXfrm rot="-5400000">
        <a:off x="2" y="4433487"/>
        <a:ext cx="997797" cy="427628"/>
      </dsp:txXfrm>
    </dsp:sp>
    <dsp:sp modelId="{CCACA54F-0AAB-7D48-86D6-724509A66FC7}">
      <dsp:nvSpPr>
        <dsp:cNvPr id="0" name=""/>
        <dsp:cNvSpPr/>
      </dsp:nvSpPr>
      <dsp:spPr>
        <a:xfrm rot="5400000">
          <a:off x="3464646" y="1467740"/>
          <a:ext cx="926526" cy="5860224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3360" tIns="19050" rIns="19050" bIns="19050" numCol="1" spcCol="1270" anchor="ctr" anchorCtr="0">
          <a:noAutofit/>
        </a:bodyPr>
        <a:lstStyle/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000" kern="1200" dirty="0"/>
            <a:t>Bluetooth + Context Awareness</a:t>
          </a:r>
        </a:p>
      </dsp:txBody>
      <dsp:txXfrm rot="-5400000">
        <a:off x="997798" y="3979818"/>
        <a:ext cx="5814995" cy="836068"/>
      </dsp:txXfrm>
    </dsp:sp>
    <dsp:sp modelId="{5E82FF95-7B89-3849-977C-47421A39437A}">
      <dsp:nvSpPr>
        <dsp:cNvPr id="0" name=""/>
        <dsp:cNvSpPr/>
      </dsp:nvSpPr>
      <dsp:spPr>
        <a:xfrm rot="5400000">
          <a:off x="-213813" y="5459394"/>
          <a:ext cx="1425425" cy="997797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Week 5</a:t>
          </a:r>
        </a:p>
      </dsp:txBody>
      <dsp:txXfrm rot="-5400000">
        <a:off x="2" y="5744479"/>
        <a:ext cx="997797" cy="427628"/>
      </dsp:txXfrm>
    </dsp:sp>
    <dsp:sp modelId="{7948A5DA-BAD9-6245-A769-6040ECC96D32}">
      <dsp:nvSpPr>
        <dsp:cNvPr id="0" name=""/>
        <dsp:cNvSpPr/>
      </dsp:nvSpPr>
      <dsp:spPr>
        <a:xfrm rot="5400000">
          <a:off x="3464646" y="2778732"/>
          <a:ext cx="926526" cy="5860224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3360" tIns="19050" rIns="19050" bIns="19050" numCol="1" spcCol="1270" anchor="ctr" anchorCtr="0">
          <a:noAutofit/>
        </a:bodyPr>
        <a:lstStyle/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000" kern="1200" dirty="0" err="1"/>
            <a:t>Mediapipe</a:t>
          </a:r>
          <a:r>
            <a:rPr lang="en-US" sz="3000" kern="1200" dirty="0"/>
            <a:t> + Gesture Recognition</a:t>
          </a:r>
        </a:p>
      </dsp:txBody>
      <dsp:txXfrm rot="-5400000">
        <a:off x="997798" y="5290810"/>
        <a:ext cx="5814995" cy="83606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EDA3EBC-CE18-9245-8D6B-E1359CDCA498}">
      <dsp:nvSpPr>
        <dsp:cNvPr id="0" name=""/>
        <dsp:cNvSpPr/>
      </dsp:nvSpPr>
      <dsp:spPr>
        <a:xfrm rot="5400000">
          <a:off x="-213813" y="215427"/>
          <a:ext cx="1425425" cy="997797"/>
        </a:xfrm>
        <a:prstGeom prst="chevron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Week 6</a:t>
          </a:r>
        </a:p>
      </dsp:txBody>
      <dsp:txXfrm rot="-5400000">
        <a:off x="2" y="500512"/>
        <a:ext cx="997797" cy="427628"/>
      </dsp:txXfrm>
    </dsp:sp>
    <dsp:sp modelId="{3A1EA24C-1C53-C84F-9B77-07A537240CD9}">
      <dsp:nvSpPr>
        <dsp:cNvPr id="0" name=""/>
        <dsp:cNvSpPr/>
      </dsp:nvSpPr>
      <dsp:spPr>
        <a:xfrm rot="5400000">
          <a:off x="3464646" y="-2465235"/>
          <a:ext cx="926526" cy="5860224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9136" tIns="17780" rIns="17780" bIns="17780" numCol="1" spcCol="1270" anchor="ctr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 dirty="0"/>
            <a:t>Face Detection and Facial Recognition</a:t>
          </a:r>
        </a:p>
      </dsp:txBody>
      <dsp:txXfrm rot="-5400000">
        <a:off x="997798" y="46842"/>
        <a:ext cx="5814995" cy="836068"/>
      </dsp:txXfrm>
    </dsp:sp>
    <dsp:sp modelId="{6C5033B1-8DB1-BC4D-BDDA-93F6FF4B9716}">
      <dsp:nvSpPr>
        <dsp:cNvPr id="0" name=""/>
        <dsp:cNvSpPr/>
      </dsp:nvSpPr>
      <dsp:spPr>
        <a:xfrm rot="5400000">
          <a:off x="-213813" y="1526419"/>
          <a:ext cx="1425425" cy="997797"/>
        </a:xfrm>
        <a:prstGeom prst="chevron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Week 9</a:t>
          </a:r>
        </a:p>
      </dsp:txBody>
      <dsp:txXfrm rot="-5400000">
        <a:off x="2" y="1811504"/>
        <a:ext cx="997797" cy="427628"/>
      </dsp:txXfrm>
    </dsp:sp>
    <dsp:sp modelId="{09B737B0-CF30-2241-B9BE-C6E9D5CF6341}">
      <dsp:nvSpPr>
        <dsp:cNvPr id="0" name=""/>
        <dsp:cNvSpPr/>
      </dsp:nvSpPr>
      <dsp:spPr>
        <a:xfrm rot="5400000">
          <a:off x="3464646" y="-1154243"/>
          <a:ext cx="926526" cy="5860224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9136" tIns="17780" rIns="17780" bIns="17780" numCol="1" spcCol="1270" anchor="ctr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 dirty="0"/>
            <a:t>Object Detection YOLO</a:t>
          </a:r>
        </a:p>
      </dsp:txBody>
      <dsp:txXfrm rot="-5400000">
        <a:off x="997798" y="1357834"/>
        <a:ext cx="5814995" cy="836068"/>
      </dsp:txXfrm>
    </dsp:sp>
    <dsp:sp modelId="{B7E4E6F6-C1D3-4440-993D-6AD05B8B5BCD}">
      <dsp:nvSpPr>
        <dsp:cNvPr id="0" name=""/>
        <dsp:cNvSpPr/>
      </dsp:nvSpPr>
      <dsp:spPr>
        <a:xfrm rot="5400000">
          <a:off x="-213813" y="2837411"/>
          <a:ext cx="1425425" cy="997797"/>
        </a:xfrm>
        <a:prstGeom prst="chevron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Week 10 </a:t>
          </a:r>
        </a:p>
      </dsp:txBody>
      <dsp:txXfrm rot="-5400000">
        <a:off x="2" y="3122496"/>
        <a:ext cx="997797" cy="427628"/>
      </dsp:txXfrm>
    </dsp:sp>
    <dsp:sp modelId="{F3E30923-D322-AA48-90CD-6DA6B2F10B7B}">
      <dsp:nvSpPr>
        <dsp:cNvPr id="0" name=""/>
        <dsp:cNvSpPr/>
      </dsp:nvSpPr>
      <dsp:spPr>
        <a:xfrm rot="5400000">
          <a:off x="3464646" y="156748"/>
          <a:ext cx="926526" cy="5860224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9136" tIns="17780" rIns="17780" bIns="17780" numCol="1" spcCol="1270" anchor="ctr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 dirty="0"/>
            <a:t>Emotion + Gaze Tracking</a:t>
          </a:r>
        </a:p>
      </dsp:txBody>
      <dsp:txXfrm rot="-5400000">
        <a:off x="997798" y="2668826"/>
        <a:ext cx="5814995" cy="836068"/>
      </dsp:txXfrm>
    </dsp:sp>
    <dsp:sp modelId="{A78A939E-3E5A-6C4F-B800-D16E2589D8B0}">
      <dsp:nvSpPr>
        <dsp:cNvPr id="0" name=""/>
        <dsp:cNvSpPr/>
      </dsp:nvSpPr>
      <dsp:spPr>
        <a:xfrm rot="5400000">
          <a:off x="-213813" y="4148402"/>
          <a:ext cx="1425425" cy="997797"/>
        </a:xfrm>
        <a:prstGeom prst="chevron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Week 11</a:t>
          </a:r>
        </a:p>
      </dsp:txBody>
      <dsp:txXfrm rot="-5400000">
        <a:off x="2" y="4433487"/>
        <a:ext cx="997797" cy="427628"/>
      </dsp:txXfrm>
    </dsp:sp>
    <dsp:sp modelId="{5BE63B51-1693-4741-987C-5EB381ED6B72}">
      <dsp:nvSpPr>
        <dsp:cNvPr id="0" name=""/>
        <dsp:cNvSpPr/>
      </dsp:nvSpPr>
      <dsp:spPr>
        <a:xfrm rot="5400000">
          <a:off x="3464646" y="1467740"/>
          <a:ext cx="926526" cy="5860224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9136" tIns="17780" rIns="17780" bIns="17780" numCol="1" spcCol="1270" anchor="ctr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 dirty="0"/>
            <a:t>Unity</a:t>
          </a:r>
        </a:p>
      </dsp:txBody>
      <dsp:txXfrm rot="-5400000">
        <a:off x="997798" y="3979818"/>
        <a:ext cx="5814995" cy="836068"/>
      </dsp:txXfrm>
    </dsp:sp>
    <dsp:sp modelId="{E0A83299-CE1E-0B40-8EA9-6D1DF35BCCDB}">
      <dsp:nvSpPr>
        <dsp:cNvPr id="0" name=""/>
        <dsp:cNvSpPr/>
      </dsp:nvSpPr>
      <dsp:spPr>
        <a:xfrm rot="5400000">
          <a:off x="-213813" y="5459394"/>
          <a:ext cx="1425425" cy="997797"/>
        </a:xfrm>
        <a:prstGeom prst="chevron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Week 12</a:t>
          </a:r>
        </a:p>
      </dsp:txBody>
      <dsp:txXfrm rot="-5400000">
        <a:off x="2" y="5744479"/>
        <a:ext cx="997797" cy="427628"/>
      </dsp:txXfrm>
    </dsp:sp>
    <dsp:sp modelId="{9B86B1AB-A3BC-FF41-9AE8-0646AF7F3940}">
      <dsp:nvSpPr>
        <dsp:cNvPr id="0" name=""/>
        <dsp:cNvSpPr/>
      </dsp:nvSpPr>
      <dsp:spPr>
        <a:xfrm rot="5400000">
          <a:off x="3464646" y="2778732"/>
          <a:ext cx="926526" cy="5860224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9136" tIns="17780" rIns="17780" bIns="17780" numCol="1" spcCol="1270" anchor="ctr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 dirty="0"/>
            <a:t>AR</a:t>
          </a:r>
        </a:p>
      </dsp:txBody>
      <dsp:txXfrm rot="-5400000">
        <a:off x="997798" y="5290810"/>
        <a:ext cx="5814995" cy="83606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5013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79900" y="0"/>
            <a:ext cx="3275013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BF3456-A29E-41FE-BFB7-B24F24BEE47B}" type="datetimeFigureOut">
              <a:rPr lang="cs-CZ" smtClean="0"/>
              <a:t>18.04.2026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71500" y="1336675"/>
            <a:ext cx="6413500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6675"/>
            <a:ext cx="6045200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6825"/>
            <a:ext cx="3275013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79900" y="10156825"/>
            <a:ext cx="3275013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95B543-0236-4AEE-9F15-C7CF1150485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2257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95B543-0236-4AEE-9F15-C7CF1150485F}" type="slidenum">
              <a:rPr lang="cs-CZ" smtClean="0"/>
              <a:t>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407332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76289" y="1750055"/>
            <a:ext cx="14257735" cy="3722887"/>
          </a:xfrm>
        </p:spPr>
        <p:txBody>
          <a:bodyPr anchor="b"/>
          <a:lstStyle>
            <a:lvl1pPr algn="ctr">
              <a:defRPr sz="935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76289" y="5616511"/>
            <a:ext cx="14257735" cy="2581762"/>
          </a:xfrm>
        </p:spPr>
        <p:txBody>
          <a:bodyPr/>
          <a:lstStyle>
            <a:lvl1pPr marL="0" indent="0" algn="ctr">
              <a:buNone/>
              <a:defRPr sz="3742"/>
            </a:lvl1pPr>
            <a:lvl2pPr marL="712866" indent="0" algn="ctr">
              <a:buNone/>
              <a:defRPr sz="3118"/>
            </a:lvl2pPr>
            <a:lvl3pPr marL="1425732" indent="0" algn="ctr">
              <a:buNone/>
              <a:defRPr sz="2807"/>
            </a:lvl3pPr>
            <a:lvl4pPr marL="2138599" indent="0" algn="ctr">
              <a:buNone/>
              <a:defRPr sz="2495"/>
            </a:lvl4pPr>
            <a:lvl5pPr marL="2851465" indent="0" algn="ctr">
              <a:buNone/>
              <a:defRPr sz="2495"/>
            </a:lvl5pPr>
            <a:lvl6pPr marL="3564331" indent="0" algn="ctr">
              <a:buNone/>
              <a:defRPr sz="2495"/>
            </a:lvl6pPr>
            <a:lvl7pPr marL="4277197" indent="0" algn="ctr">
              <a:buNone/>
              <a:defRPr sz="2495"/>
            </a:lvl7pPr>
            <a:lvl8pPr marL="4990064" indent="0" algn="ctr">
              <a:buNone/>
              <a:defRPr sz="2495"/>
            </a:lvl8pPr>
            <a:lvl9pPr marL="5702930" indent="0" algn="ctr">
              <a:buNone/>
              <a:defRPr sz="2495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3296989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6958" y="1530276"/>
            <a:ext cx="16396395" cy="139299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06959" y="3186460"/>
            <a:ext cx="16396395" cy="6445027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395490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7058" y="2665925"/>
            <a:ext cx="16396395" cy="4448157"/>
          </a:xfrm>
        </p:spPr>
        <p:txBody>
          <a:bodyPr anchor="b"/>
          <a:lstStyle>
            <a:lvl1pPr>
              <a:defRPr sz="935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7058" y="7156164"/>
            <a:ext cx="16396395" cy="2339180"/>
          </a:xfrm>
        </p:spPr>
        <p:txBody>
          <a:bodyPr/>
          <a:lstStyle>
            <a:lvl1pPr marL="0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1pPr>
            <a:lvl2pPr marL="712866" indent="0">
              <a:buNone/>
              <a:defRPr sz="3118">
                <a:solidFill>
                  <a:schemeClr val="tx1">
                    <a:tint val="75000"/>
                  </a:schemeClr>
                </a:solidFill>
              </a:defRPr>
            </a:lvl2pPr>
            <a:lvl3pPr marL="1425732" indent="0">
              <a:buNone/>
              <a:defRPr sz="2807">
                <a:solidFill>
                  <a:schemeClr val="tx1">
                    <a:tint val="75000"/>
                  </a:schemeClr>
                </a:solidFill>
              </a:defRPr>
            </a:lvl3pPr>
            <a:lvl4pPr marL="2138599" indent="0">
              <a:buNone/>
              <a:defRPr sz="2495">
                <a:solidFill>
                  <a:schemeClr val="tx1">
                    <a:tint val="75000"/>
                  </a:schemeClr>
                </a:solidFill>
              </a:defRPr>
            </a:lvl4pPr>
            <a:lvl5pPr marL="2851465" indent="0">
              <a:buNone/>
              <a:defRPr sz="2495">
                <a:solidFill>
                  <a:schemeClr val="tx1">
                    <a:tint val="75000"/>
                  </a:schemeClr>
                </a:solidFill>
              </a:defRPr>
            </a:lvl5pPr>
            <a:lvl6pPr marL="3564331" indent="0">
              <a:buNone/>
              <a:defRPr sz="2495">
                <a:solidFill>
                  <a:schemeClr val="tx1">
                    <a:tint val="75000"/>
                  </a:schemeClr>
                </a:solidFill>
              </a:defRPr>
            </a:lvl6pPr>
            <a:lvl7pPr marL="4277197" indent="0">
              <a:buNone/>
              <a:defRPr sz="2495">
                <a:solidFill>
                  <a:schemeClr val="tx1">
                    <a:tint val="75000"/>
                  </a:schemeClr>
                </a:solidFill>
              </a:defRPr>
            </a:lvl7pPr>
            <a:lvl8pPr marL="4990064" indent="0">
              <a:buNone/>
              <a:defRPr sz="2495">
                <a:solidFill>
                  <a:schemeClr val="tx1">
                    <a:tint val="75000"/>
                  </a:schemeClr>
                </a:solidFill>
              </a:defRPr>
            </a:lvl8pPr>
            <a:lvl9pPr marL="5702930" indent="0">
              <a:buNone/>
              <a:defRPr sz="249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1723197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6959" y="1061912"/>
            <a:ext cx="16396395" cy="157430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06959" y="2846623"/>
            <a:ext cx="8079383" cy="67848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623971" y="2846623"/>
            <a:ext cx="8079383" cy="67848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795700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9435" y="1042110"/>
            <a:ext cx="16396395" cy="159411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9436" y="2621369"/>
            <a:ext cx="8042253" cy="1284692"/>
          </a:xfrm>
        </p:spPr>
        <p:txBody>
          <a:bodyPr anchor="b"/>
          <a:lstStyle>
            <a:lvl1pPr marL="0" indent="0">
              <a:buNone/>
              <a:defRPr sz="3742" b="1"/>
            </a:lvl1pPr>
            <a:lvl2pPr marL="712866" indent="0">
              <a:buNone/>
              <a:defRPr sz="3118" b="1"/>
            </a:lvl2pPr>
            <a:lvl3pPr marL="1425732" indent="0">
              <a:buNone/>
              <a:defRPr sz="2807" b="1"/>
            </a:lvl3pPr>
            <a:lvl4pPr marL="2138599" indent="0">
              <a:buNone/>
              <a:defRPr sz="2495" b="1"/>
            </a:lvl4pPr>
            <a:lvl5pPr marL="2851465" indent="0">
              <a:buNone/>
              <a:defRPr sz="2495" b="1"/>
            </a:lvl5pPr>
            <a:lvl6pPr marL="3564331" indent="0">
              <a:buNone/>
              <a:defRPr sz="2495" b="1"/>
            </a:lvl6pPr>
            <a:lvl7pPr marL="4277197" indent="0">
              <a:buNone/>
              <a:defRPr sz="2495" b="1"/>
            </a:lvl7pPr>
            <a:lvl8pPr marL="4990064" indent="0">
              <a:buNone/>
              <a:defRPr sz="2495" b="1"/>
            </a:lvl8pPr>
            <a:lvl9pPr marL="5702930" indent="0">
              <a:buNone/>
              <a:defRPr sz="249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09436" y="3906061"/>
            <a:ext cx="8042253" cy="57452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623971" y="2621369"/>
            <a:ext cx="8081859" cy="1284692"/>
          </a:xfrm>
        </p:spPr>
        <p:txBody>
          <a:bodyPr anchor="b"/>
          <a:lstStyle>
            <a:lvl1pPr marL="0" indent="0">
              <a:buNone/>
              <a:defRPr sz="3742" b="1"/>
            </a:lvl1pPr>
            <a:lvl2pPr marL="712866" indent="0">
              <a:buNone/>
              <a:defRPr sz="3118" b="1"/>
            </a:lvl2pPr>
            <a:lvl3pPr marL="1425732" indent="0">
              <a:buNone/>
              <a:defRPr sz="2807" b="1"/>
            </a:lvl3pPr>
            <a:lvl4pPr marL="2138599" indent="0">
              <a:buNone/>
              <a:defRPr sz="2495" b="1"/>
            </a:lvl4pPr>
            <a:lvl5pPr marL="2851465" indent="0">
              <a:buNone/>
              <a:defRPr sz="2495" b="1"/>
            </a:lvl5pPr>
            <a:lvl6pPr marL="3564331" indent="0">
              <a:buNone/>
              <a:defRPr sz="2495" b="1"/>
            </a:lvl6pPr>
            <a:lvl7pPr marL="4277197" indent="0">
              <a:buNone/>
              <a:defRPr sz="2495" b="1"/>
            </a:lvl7pPr>
            <a:lvl8pPr marL="4990064" indent="0">
              <a:buNone/>
              <a:defRPr sz="2495" b="1"/>
            </a:lvl8pPr>
            <a:lvl9pPr marL="5702930" indent="0">
              <a:buNone/>
              <a:defRPr sz="249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623971" y="3906061"/>
            <a:ext cx="8081859" cy="57452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4/18/2026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2907751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6959" y="1098228"/>
            <a:ext cx="16396395" cy="15379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4/18/2026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066229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4/18/2026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320007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9436" y="1170236"/>
            <a:ext cx="6131320" cy="2037784"/>
          </a:xfrm>
        </p:spPr>
        <p:txBody>
          <a:bodyPr anchor="b"/>
          <a:lstStyle>
            <a:lvl1pPr>
              <a:defRPr sz="498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81859" y="1539652"/>
            <a:ext cx="9623971" cy="7599245"/>
          </a:xfrm>
        </p:spPr>
        <p:txBody>
          <a:bodyPr/>
          <a:lstStyle>
            <a:lvl1pPr>
              <a:defRPr sz="4989"/>
            </a:lvl1pPr>
            <a:lvl2pPr>
              <a:defRPr sz="4366"/>
            </a:lvl2pPr>
            <a:lvl3pPr>
              <a:defRPr sz="3742"/>
            </a:lvl3pPr>
            <a:lvl4pPr>
              <a:defRPr sz="3118"/>
            </a:lvl4pPr>
            <a:lvl5pPr>
              <a:defRPr sz="3118"/>
            </a:lvl5pPr>
            <a:lvl6pPr>
              <a:defRPr sz="3118"/>
            </a:lvl6pPr>
            <a:lvl7pPr>
              <a:defRPr sz="3118"/>
            </a:lvl7pPr>
            <a:lvl8pPr>
              <a:defRPr sz="3118"/>
            </a:lvl8pPr>
            <a:lvl9pPr>
              <a:defRPr sz="311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09436" y="3208020"/>
            <a:ext cx="6131320" cy="5943254"/>
          </a:xfrm>
        </p:spPr>
        <p:txBody>
          <a:bodyPr/>
          <a:lstStyle>
            <a:lvl1pPr marL="0" indent="0">
              <a:buNone/>
              <a:defRPr sz="2495"/>
            </a:lvl1pPr>
            <a:lvl2pPr marL="712866" indent="0">
              <a:buNone/>
              <a:defRPr sz="2183"/>
            </a:lvl2pPr>
            <a:lvl3pPr marL="1425732" indent="0">
              <a:buNone/>
              <a:defRPr sz="1871"/>
            </a:lvl3pPr>
            <a:lvl4pPr marL="2138599" indent="0">
              <a:buNone/>
              <a:defRPr sz="1559"/>
            </a:lvl4pPr>
            <a:lvl5pPr marL="2851465" indent="0">
              <a:buNone/>
              <a:defRPr sz="1559"/>
            </a:lvl5pPr>
            <a:lvl6pPr marL="3564331" indent="0">
              <a:buNone/>
              <a:defRPr sz="1559"/>
            </a:lvl6pPr>
            <a:lvl7pPr marL="4277197" indent="0">
              <a:buNone/>
              <a:defRPr sz="1559"/>
            </a:lvl7pPr>
            <a:lvl8pPr marL="4990064" indent="0">
              <a:buNone/>
              <a:defRPr sz="1559"/>
            </a:lvl8pPr>
            <a:lvl9pPr marL="5702930" indent="0">
              <a:buNone/>
              <a:defRPr sz="155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400464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9436" y="1242244"/>
            <a:ext cx="6131320" cy="1965776"/>
          </a:xfrm>
        </p:spPr>
        <p:txBody>
          <a:bodyPr anchor="b"/>
          <a:lstStyle>
            <a:lvl1pPr>
              <a:defRPr sz="498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81859" y="1539652"/>
            <a:ext cx="9623971" cy="7599245"/>
          </a:xfrm>
        </p:spPr>
        <p:txBody>
          <a:bodyPr anchor="t"/>
          <a:lstStyle>
            <a:lvl1pPr marL="0" indent="0">
              <a:buNone/>
              <a:defRPr sz="4989"/>
            </a:lvl1pPr>
            <a:lvl2pPr marL="712866" indent="0">
              <a:buNone/>
              <a:defRPr sz="4366"/>
            </a:lvl2pPr>
            <a:lvl3pPr marL="1425732" indent="0">
              <a:buNone/>
              <a:defRPr sz="3742"/>
            </a:lvl3pPr>
            <a:lvl4pPr marL="2138599" indent="0">
              <a:buNone/>
              <a:defRPr sz="3118"/>
            </a:lvl4pPr>
            <a:lvl5pPr marL="2851465" indent="0">
              <a:buNone/>
              <a:defRPr sz="3118"/>
            </a:lvl5pPr>
            <a:lvl6pPr marL="3564331" indent="0">
              <a:buNone/>
              <a:defRPr sz="3118"/>
            </a:lvl6pPr>
            <a:lvl7pPr marL="4277197" indent="0">
              <a:buNone/>
              <a:defRPr sz="3118"/>
            </a:lvl7pPr>
            <a:lvl8pPr marL="4990064" indent="0">
              <a:buNone/>
              <a:defRPr sz="3118"/>
            </a:lvl8pPr>
            <a:lvl9pPr marL="5702930" indent="0">
              <a:buNone/>
              <a:defRPr sz="3118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09436" y="3208020"/>
            <a:ext cx="6131320" cy="5943254"/>
          </a:xfrm>
        </p:spPr>
        <p:txBody>
          <a:bodyPr/>
          <a:lstStyle>
            <a:lvl1pPr marL="0" indent="0">
              <a:buNone/>
              <a:defRPr sz="2495"/>
            </a:lvl1pPr>
            <a:lvl2pPr marL="712866" indent="0">
              <a:buNone/>
              <a:defRPr sz="2183"/>
            </a:lvl2pPr>
            <a:lvl3pPr marL="1425732" indent="0">
              <a:buNone/>
              <a:defRPr sz="1871"/>
            </a:lvl3pPr>
            <a:lvl4pPr marL="2138599" indent="0">
              <a:buNone/>
              <a:defRPr sz="1559"/>
            </a:lvl4pPr>
            <a:lvl5pPr marL="2851465" indent="0">
              <a:buNone/>
              <a:defRPr sz="1559"/>
            </a:lvl5pPr>
            <a:lvl6pPr marL="3564331" indent="0">
              <a:buNone/>
              <a:defRPr sz="1559"/>
            </a:lvl6pPr>
            <a:lvl7pPr marL="4277197" indent="0">
              <a:buNone/>
              <a:defRPr sz="1559"/>
            </a:lvl7pPr>
            <a:lvl8pPr marL="4990064" indent="0">
              <a:buNone/>
              <a:defRPr sz="1559"/>
            </a:lvl8pPr>
            <a:lvl9pPr marL="5702930" indent="0">
              <a:buNone/>
              <a:defRPr sz="155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892429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6959" y="1061912"/>
            <a:ext cx="16396395" cy="157430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083097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604255" y="1314251"/>
            <a:ext cx="4099099" cy="831723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06959" y="1314251"/>
            <a:ext cx="12059667" cy="831723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286343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06959" y="569326"/>
            <a:ext cx="16396395" cy="20668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6959" y="2846623"/>
            <a:ext cx="16396395" cy="67848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06959" y="9911198"/>
            <a:ext cx="4277320" cy="5693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7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4/18/2026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297166" y="9911198"/>
            <a:ext cx="6415981" cy="5693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7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3426034" y="9911198"/>
            <a:ext cx="4277320" cy="5693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7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cs-CZ" smtClean="0"/>
              <a:t>‹#›</a:t>
            </a:fld>
            <a:endParaRPr lang="cs-CZ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5410196-E6A6-3C07-8817-4B64A08CC8EA}"/>
              </a:ext>
            </a:extLst>
          </p:cNvPr>
          <p:cNvGrpSpPr/>
          <p:nvPr userDrawn="1"/>
        </p:nvGrpSpPr>
        <p:grpSpPr>
          <a:xfrm>
            <a:off x="-101" y="-53900"/>
            <a:ext cx="19010313" cy="1112119"/>
            <a:chOff x="-101" y="-53900"/>
            <a:chExt cx="19010313" cy="1112119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AFC88967-E547-C7BC-18CF-43FC95B933E5}"/>
                </a:ext>
              </a:extLst>
            </p:cNvPr>
            <p:cNvGrpSpPr/>
            <p:nvPr/>
          </p:nvGrpSpPr>
          <p:grpSpPr>
            <a:xfrm>
              <a:off x="-101" y="-53900"/>
              <a:ext cx="19010313" cy="1112119"/>
              <a:chOff x="-324644" y="2222500"/>
              <a:chExt cx="22261685" cy="1302327"/>
            </a:xfrm>
          </p:grpSpPr>
          <p:sp>
            <p:nvSpPr>
              <p:cNvPr id="23" name="object 2">
                <a:extLst>
                  <a:ext uri="{FF2B5EF4-FFF2-40B4-BE49-F238E27FC236}">
                    <a16:creationId xmlns:a16="http://schemas.microsoft.com/office/drawing/2014/main" id="{4655ED16-171D-C15A-C935-3357DAC521C0}"/>
                  </a:ext>
                </a:extLst>
              </p:cNvPr>
              <p:cNvSpPr/>
              <p:nvPr/>
            </p:nvSpPr>
            <p:spPr>
              <a:xfrm>
                <a:off x="-324644" y="2222500"/>
                <a:ext cx="5600193" cy="1302327"/>
              </a:xfrm>
              <a:custGeom>
                <a:avLst/>
                <a:gdLst/>
                <a:ahLst/>
                <a:cxnLst/>
                <a:rect l="l" t="t" r="r" b="b"/>
                <a:pathLst>
                  <a:path w="1892300" h="440055">
                    <a:moveTo>
                      <a:pt x="0" y="439737"/>
                    </a:moveTo>
                    <a:lnTo>
                      <a:pt x="1892300" y="439737"/>
                    </a:lnTo>
                    <a:lnTo>
                      <a:pt x="1892300" y="0"/>
                    </a:lnTo>
                    <a:lnTo>
                      <a:pt x="0" y="0"/>
                    </a:lnTo>
                    <a:lnTo>
                      <a:pt x="0" y="439737"/>
                    </a:lnTo>
                    <a:close/>
                  </a:path>
                </a:pathLst>
              </a:custGeom>
              <a:solidFill>
                <a:srgbClr val="009EF3"/>
              </a:solidFill>
            </p:spPr>
            <p:txBody>
              <a:bodyPr wrap="square" lIns="0" tIns="0" rIns="0" bIns="0" rtlCol="0"/>
              <a:lstStyle/>
              <a:p>
                <a:endParaRPr lang="en-US"/>
              </a:p>
            </p:txBody>
          </p:sp>
          <p:sp>
            <p:nvSpPr>
              <p:cNvPr id="24" name="object 3">
                <a:extLst>
                  <a:ext uri="{FF2B5EF4-FFF2-40B4-BE49-F238E27FC236}">
                    <a16:creationId xmlns:a16="http://schemas.microsoft.com/office/drawing/2014/main" id="{460A77D5-E7CA-AA02-420F-49E5A9893DEA}"/>
                  </a:ext>
                </a:extLst>
              </p:cNvPr>
              <p:cNvSpPr/>
              <p:nvPr/>
            </p:nvSpPr>
            <p:spPr>
              <a:xfrm>
                <a:off x="16363156" y="2222500"/>
                <a:ext cx="5573885" cy="1302327"/>
              </a:xfrm>
              <a:custGeom>
                <a:avLst/>
                <a:gdLst/>
                <a:ahLst/>
                <a:cxnLst/>
                <a:rect l="l" t="t" r="r" b="b"/>
                <a:pathLst>
                  <a:path w="1883409" h="440055">
                    <a:moveTo>
                      <a:pt x="0" y="0"/>
                    </a:moveTo>
                    <a:lnTo>
                      <a:pt x="0" y="439737"/>
                    </a:lnTo>
                    <a:lnTo>
                      <a:pt x="1883155" y="439737"/>
                    </a:lnTo>
                    <a:lnTo>
                      <a:pt x="188315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8200"/>
              </a:solidFill>
            </p:spPr>
            <p:txBody>
              <a:bodyPr wrap="square" lIns="0" tIns="0" rIns="0" bIns="0" rtlCol="0"/>
              <a:lstStyle/>
              <a:p>
                <a:endParaRPr lang="en-US"/>
              </a:p>
            </p:txBody>
          </p:sp>
          <p:sp>
            <p:nvSpPr>
              <p:cNvPr id="25" name="object 2">
                <a:extLst>
                  <a:ext uri="{FF2B5EF4-FFF2-40B4-BE49-F238E27FC236}">
                    <a16:creationId xmlns:a16="http://schemas.microsoft.com/office/drawing/2014/main" id="{A676DC34-AF83-0EC8-895A-E52E7BA0D976}"/>
                  </a:ext>
                </a:extLst>
              </p:cNvPr>
              <p:cNvSpPr/>
              <p:nvPr/>
            </p:nvSpPr>
            <p:spPr>
              <a:xfrm>
                <a:off x="5237956" y="2222500"/>
                <a:ext cx="5600193" cy="1302327"/>
              </a:xfrm>
              <a:custGeom>
                <a:avLst/>
                <a:gdLst/>
                <a:ahLst/>
                <a:cxnLst/>
                <a:rect l="l" t="t" r="r" b="b"/>
                <a:pathLst>
                  <a:path w="1892300" h="440055">
                    <a:moveTo>
                      <a:pt x="0" y="439737"/>
                    </a:moveTo>
                    <a:lnTo>
                      <a:pt x="1892300" y="439737"/>
                    </a:lnTo>
                    <a:lnTo>
                      <a:pt x="1892300" y="0"/>
                    </a:lnTo>
                    <a:lnTo>
                      <a:pt x="0" y="0"/>
                    </a:lnTo>
                    <a:lnTo>
                      <a:pt x="0" y="439737"/>
                    </a:lnTo>
                    <a:close/>
                  </a:path>
                </a:pathLst>
              </a:custGeom>
              <a:solidFill>
                <a:srgbClr val="FFBF00"/>
              </a:solidFill>
            </p:spPr>
            <p:txBody>
              <a:bodyPr wrap="square" lIns="0" tIns="0" rIns="0" bIns="0" rtlCol="0"/>
              <a:lstStyle/>
              <a:p>
                <a:endParaRPr lang="en-US"/>
              </a:p>
            </p:txBody>
          </p:sp>
          <p:sp>
            <p:nvSpPr>
              <p:cNvPr id="26" name="object 2">
                <a:extLst>
                  <a:ext uri="{FF2B5EF4-FFF2-40B4-BE49-F238E27FC236}">
                    <a16:creationId xmlns:a16="http://schemas.microsoft.com/office/drawing/2014/main" id="{C0F026A8-39DC-9DA7-E1A7-597FEF62E829}"/>
                  </a:ext>
                </a:extLst>
              </p:cNvPr>
              <p:cNvSpPr/>
              <p:nvPr/>
            </p:nvSpPr>
            <p:spPr>
              <a:xfrm>
                <a:off x="10800556" y="2222500"/>
                <a:ext cx="5600193" cy="1302327"/>
              </a:xfrm>
              <a:custGeom>
                <a:avLst/>
                <a:gdLst/>
                <a:ahLst/>
                <a:cxnLst/>
                <a:rect l="l" t="t" r="r" b="b"/>
                <a:pathLst>
                  <a:path w="1892300" h="440055">
                    <a:moveTo>
                      <a:pt x="0" y="439737"/>
                    </a:moveTo>
                    <a:lnTo>
                      <a:pt x="1892300" y="439737"/>
                    </a:lnTo>
                    <a:lnTo>
                      <a:pt x="1892300" y="0"/>
                    </a:lnTo>
                    <a:lnTo>
                      <a:pt x="0" y="0"/>
                    </a:lnTo>
                    <a:lnTo>
                      <a:pt x="0" y="439737"/>
                    </a:lnTo>
                    <a:close/>
                  </a:path>
                </a:pathLst>
              </a:custGeom>
              <a:solidFill>
                <a:srgbClr val="FFA100"/>
              </a:solidFill>
            </p:spPr>
            <p:txBody>
              <a:bodyPr wrap="square" lIns="0" tIns="0" rIns="0" bIns="0" rtlCol="0"/>
              <a:lstStyle/>
              <a:p>
                <a:endParaRPr lang="en-US"/>
              </a:p>
            </p:txBody>
          </p:sp>
        </p:grpSp>
        <p:sp>
          <p:nvSpPr>
            <p:cNvPr id="19" name="object 4">
              <a:extLst>
                <a:ext uri="{FF2B5EF4-FFF2-40B4-BE49-F238E27FC236}">
                  <a16:creationId xmlns:a16="http://schemas.microsoft.com/office/drawing/2014/main" id="{F6F2F0F5-1023-073E-6F90-D0543A0E6182}"/>
                </a:ext>
              </a:extLst>
            </p:cNvPr>
            <p:cNvSpPr txBox="1"/>
            <p:nvPr/>
          </p:nvSpPr>
          <p:spPr>
            <a:xfrm>
              <a:off x="850426" y="249525"/>
              <a:ext cx="3835570" cy="505267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spcBef>
                  <a:spcPts val="100"/>
                </a:spcBef>
              </a:pPr>
              <a:r>
                <a:rPr lang="en-US" sz="3200" spc="-10" dirty="0">
                  <a:solidFill>
                    <a:srgbClr val="FFFFFF"/>
                  </a:solidFill>
                  <a:cs typeface="Source Sans Pro Light"/>
                </a:rPr>
                <a:t>MSA University</a:t>
              </a:r>
              <a:endParaRPr lang="en-US" sz="3200" dirty="0">
                <a:cs typeface="Source Sans Pro Light"/>
              </a:endParaRPr>
            </a:p>
          </p:txBody>
        </p:sp>
        <p:sp>
          <p:nvSpPr>
            <p:cNvPr id="20" name="object 5">
              <a:extLst>
                <a:ext uri="{FF2B5EF4-FFF2-40B4-BE49-F238E27FC236}">
                  <a16:creationId xmlns:a16="http://schemas.microsoft.com/office/drawing/2014/main" id="{F7A61746-F194-A5E0-BDB7-24B9DEC6F9C3}"/>
                </a:ext>
              </a:extLst>
            </p:cNvPr>
            <p:cNvSpPr txBox="1"/>
            <p:nvPr/>
          </p:nvSpPr>
          <p:spPr>
            <a:xfrm>
              <a:off x="10515302" y="212877"/>
              <a:ext cx="2752142" cy="580928"/>
            </a:xfrm>
            <a:prstGeom prst="rect">
              <a:avLst/>
            </a:prstGeom>
            <a:noFill/>
          </p:spPr>
          <p:txBody>
            <a:bodyPr vert="horz" wrap="square" lIns="0" tIns="87630" rIns="0" bIns="0" rtlCol="0">
              <a:spAutoFit/>
            </a:bodyPr>
            <a:lstStyle/>
            <a:p>
              <a:pPr marL="495300" algn="ctr">
                <a:spcBef>
                  <a:spcPts val="690"/>
                </a:spcBef>
              </a:pPr>
              <a:r>
                <a:rPr lang="en-US" sz="3200" spc="-10" dirty="0">
                  <a:solidFill>
                    <a:srgbClr val="FFFFFF"/>
                  </a:solidFill>
                  <a:cs typeface="Source Sans Pro Light"/>
                </a:rPr>
                <a:t>Fall 2024</a:t>
              </a:r>
              <a:endParaRPr lang="en-US" sz="3200" dirty="0">
                <a:cs typeface="Source Sans Pro Light"/>
              </a:endParaRPr>
            </a:p>
          </p:txBody>
        </p:sp>
        <p:sp>
          <p:nvSpPr>
            <p:cNvPr id="21" name="object 6">
              <a:extLst>
                <a:ext uri="{FF2B5EF4-FFF2-40B4-BE49-F238E27FC236}">
                  <a16:creationId xmlns:a16="http://schemas.microsoft.com/office/drawing/2014/main" id="{52E76047-2509-3E79-68C6-D21AAE1479F6}"/>
                </a:ext>
              </a:extLst>
            </p:cNvPr>
            <p:cNvSpPr txBox="1"/>
            <p:nvPr/>
          </p:nvSpPr>
          <p:spPr>
            <a:xfrm>
              <a:off x="15791365" y="169328"/>
              <a:ext cx="1677888" cy="580928"/>
            </a:xfrm>
            <a:prstGeom prst="rect">
              <a:avLst/>
            </a:prstGeom>
            <a:noFill/>
          </p:spPr>
          <p:txBody>
            <a:bodyPr vert="horz" wrap="square" lIns="0" tIns="87630" rIns="0" bIns="0" rtlCol="0">
              <a:spAutoFit/>
            </a:bodyPr>
            <a:lstStyle/>
            <a:p>
              <a:pPr marL="406400">
                <a:spcBef>
                  <a:spcPts val="690"/>
                </a:spcBef>
              </a:pPr>
              <a:r>
                <a:rPr lang="en-US" sz="3200" spc="-10" dirty="0">
                  <a:solidFill>
                    <a:srgbClr val="FFFFFF"/>
                  </a:solidFill>
                  <a:cs typeface="Source Sans Pro Light"/>
                </a:rPr>
                <a:t>Lab 10</a:t>
              </a:r>
            </a:p>
          </p:txBody>
        </p:sp>
        <p:sp>
          <p:nvSpPr>
            <p:cNvPr id="22" name="object 7">
              <a:extLst>
                <a:ext uri="{FF2B5EF4-FFF2-40B4-BE49-F238E27FC236}">
                  <a16:creationId xmlns:a16="http://schemas.microsoft.com/office/drawing/2014/main" id="{7B3884EE-43D3-94E4-BF1E-2BE4E5804E5E}"/>
                </a:ext>
              </a:extLst>
            </p:cNvPr>
            <p:cNvSpPr txBox="1"/>
            <p:nvPr/>
          </p:nvSpPr>
          <p:spPr>
            <a:xfrm>
              <a:off x="4685996" y="244989"/>
              <a:ext cx="4621823" cy="505267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 algn="ctr">
                <a:spcBef>
                  <a:spcPts val="100"/>
                </a:spcBef>
              </a:pPr>
              <a:r>
                <a:rPr lang="en-US" sz="3200" spc="-15" dirty="0">
                  <a:solidFill>
                    <a:srgbClr val="FFFFFF"/>
                  </a:solidFill>
                  <a:cs typeface="Source Sans Pro Light"/>
                </a:rPr>
                <a:t>Computer Science</a:t>
              </a:r>
              <a:endParaRPr lang="en-US" sz="3200" dirty="0">
                <a:cs typeface="Source Sans Pro Ligh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116026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xStyles>
    <p:titleStyle>
      <a:lvl1pPr algn="l" defTabSz="1425732" rtl="0" eaLnBrk="1" latinLnBrk="0" hangingPunct="1">
        <a:lnSpc>
          <a:spcPct val="90000"/>
        </a:lnSpc>
        <a:spcBef>
          <a:spcPct val="0"/>
        </a:spcBef>
        <a:buNone/>
        <a:defRPr sz="68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56433" indent="-356433" algn="l" defTabSz="1425732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4366" kern="1200">
          <a:solidFill>
            <a:schemeClr val="tx1"/>
          </a:solidFill>
          <a:latin typeface="+mn-lt"/>
          <a:ea typeface="+mn-ea"/>
          <a:cs typeface="+mn-cs"/>
        </a:defRPr>
      </a:lvl1pPr>
      <a:lvl2pPr marL="1069299" indent="-356433" algn="l" defTabSz="1425732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3742" kern="1200">
          <a:solidFill>
            <a:schemeClr val="tx1"/>
          </a:solidFill>
          <a:latin typeface="+mn-lt"/>
          <a:ea typeface="+mn-ea"/>
          <a:cs typeface="+mn-cs"/>
        </a:defRPr>
      </a:lvl2pPr>
      <a:lvl3pPr marL="1782166" indent="-356433" algn="l" defTabSz="1425732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3118" kern="1200">
          <a:solidFill>
            <a:schemeClr val="tx1"/>
          </a:solidFill>
          <a:latin typeface="+mn-lt"/>
          <a:ea typeface="+mn-ea"/>
          <a:cs typeface="+mn-cs"/>
        </a:defRPr>
      </a:lvl3pPr>
      <a:lvl4pPr marL="2495032" indent="-356433" algn="l" defTabSz="1425732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7" kern="1200">
          <a:solidFill>
            <a:schemeClr val="tx1"/>
          </a:solidFill>
          <a:latin typeface="+mn-lt"/>
          <a:ea typeface="+mn-ea"/>
          <a:cs typeface="+mn-cs"/>
        </a:defRPr>
      </a:lvl4pPr>
      <a:lvl5pPr marL="3207898" indent="-356433" algn="l" defTabSz="1425732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7" kern="1200">
          <a:solidFill>
            <a:schemeClr val="tx1"/>
          </a:solidFill>
          <a:latin typeface="+mn-lt"/>
          <a:ea typeface="+mn-ea"/>
          <a:cs typeface="+mn-cs"/>
        </a:defRPr>
      </a:lvl5pPr>
      <a:lvl6pPr marL="3920764" indent="-356433" algn="l" defTabSz="1425732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7" kern="1200">
          <a:solidFill>
            <a:schemeClr val="tx1"/>
          </a:solidFill>
          <a:latin typeface="+mn-lt"/>
          <a:ea typeface="+mn-ea"/>
          <a:cs typeface="+mn-cs"/>
        </a:defRPr>
      </a:lvl6pPr>
      <a:lvl7pPr marL="4633631" indent="-356433" algn="l" defTabSz="1425732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7" kern="1200">
          <a:solidFill>
            <a:schemeClr val="tx1"/>
          </a:solidFill>
          <a:latin typeface="+mn-lt"/>
          <a:ea typeface="+mn-ea"/>
          <a:cs typeface="+mn-cs"/>
        </a:defRPr>
      </a:lvl7pPr>
      <a:lvl8pPr marL="5346497" indent="-356433" algn="l" defTabSz="1425732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7" kern="1200">
          <a:solidFill>
            <a:schemeClr val="tx1"/>
          </a:solidFill>
          <a:latin typeface="+mn-lt"/>
          <a:ea typeface="+mn-ea"/>
          <a:cs typeface="+mn-cs"/>
        </a:defRPr>
      </a:lvl8pPr>
      <a:lvl9pPr marL="6059363" indent="-356433" algn="l" defTabSz="1425732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25732" rtl="0" eaLnBrk="1" latinLnBrk="0" hangingPunct="1">
        <a:defRPr sz="2807" kern="1200">
          <a:solidFill>
            <a:schemeClr val="tx1"/>
          </a:solidFill>
          <a:latin typeface="+mn-lt"/>
          <a:ea typeface="+mn-ea"/>
          <a:cs typeface="+mn-cs"/>
        </a:defRPr>
      </a:lvl1pPr>
      <a:lvl2pPr marL="712866" algn="l" defTabSz="1425732" rtl="0" eaLnBrk="1" latinLnBrk="0" hangingPunct="1">
        <a:defRPr sz="2807" kern="1200">
          <a:solidFill>
            <a:schemeClr val="tx1"/>
          </a:solidFill>
          <a:latin typeface="+mn-lt"/>
          <a:ea typeface="+mn-ea"/>
          <a:cs typeface="+mn-cs"/>
        </a:defRPr>
      </a:lvl2pPr>
      <a:lvl3pPr marL="1425732" algn="l" defTabSz="1425732" rtl="0" eaLnBrk="1" latinLnBrk="0" hangingPunct="1">
        <a:defRPr sz="2807" kern="1200">
          <a:solidFill>
            <a:schemeClr val="tx1"/>
          </a:solidFill>
          <a:latin typeface="+mn-lt"/>
          <a:ea typeface="+mn-ea"/>
          <a:cs typeface="+mn-cs"/>
        </a:defRPr>
      </a:lvl3pPr>
      <a:lvl4pPr marL="2138599" algn="l" defTabSz="1425732" rtl="0" eaLnBrk="1" latinLnBrk="0" hangingPunct="1">
        <a:defRPr sz="2807" kern="1200">
          <a:solidFill>
            <a:schemeClr val="tx1"/>
          </a:solidFill>
          <a:latin typeface="+mn-lt"/>
          <a:ea typeface="+mn-ea"/>
          <a:cs typeface="+mn-cs"/>
        </a:defRPr>
      </a:lvl4pPr>
      <a:lvl5pPr marL="2851465" algn="l" defTabSz="1425732" rtl="0" eaLnBrk="1" latinLnBrk="0" hangingPunct="1">
        <a:defRPr sz="2807" kern="1200">
          <a:solidFill>
            <a:schemeClr val="tx1"/>
          </a:solidFill>
          <a:latin typeface="+mn-lt"/>
          <a:ea typeface="+mn-ea"/>
          <a:cs typeface="+mn-cs"/>
        </a:defRPr>
      </a:lvl5pPr>
      <a:lvl6pPr marL="3564331" algn="l" defTabSz="1425732" rtl="0" eaLnBrk="1" latinLnBrk="0" hangingPunct="1">
        <a:defRPr sz="2807" kern="1200">
          <a:solidFill>
            <a:schemeClr val="tx1"/>
          </a:solidFill>
          <a:latin typeface="+mn-lt"/>
          <a:ea typeface="+mn-ea"/>
          <a:cs typeface="+mn-cs"/>
        </a:defRPr>
      </a:lvl6pPr>
      <a:lvl7pPr marL="4277197" algn="l" defTabSz="1425732" rtl="0" eaLnBrk="1" latinLnBrk="0" hangingPunct="1">
        <a:defRPr sz="2807" kern="1200">
          <a:solidFill>
            <a:schemeClr val="tx1"/>
          </a:solidFill>
          <a:latin typeface="+mn-lt"/>
          <a:ea typeface="+mn-ea"/>
          <a:cs typeface="+mn-cs"/>
        </a:defRPr>
      </a:lvl7pPr>
      <a:lvl8pPr marL="4990064" algn="l" defTabSz="1425732" rtl="0" eaLnBrk="1" latinLnBrk="0" hangingPunct="1">
        <a:defRPr sz="2807" kern="1200">
          <a:solidFill>
            <a:schemeClr val="tx1"/>
          </a:solidFill>
          <a:latin typeface="+mn-lt"/>
          <a:ea typeface="+mn-ea"/>
          <a:cs typeface="+mn-cs"/>
        </a:defRPr>
      </a:lvl8pPr>
      <a:lvl9pPr marL="5702930" algn="l" defTabSz="1425732" rtl="0" eaLnBrk="1" latinLnBrk="0" hangingPunct="1">
        <a:defRPr sz="280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microsoft.com/office/2007/relationships/hdphoto" Target="../media/hdphoto4.wdp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hyperlink" Target="https://www.anaconda.com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gi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gi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mailto:akamaleldin@msa.edu.eg" TargetMode="External"/><Relationship Id="rId2" Type="http://schemas.openxmlformats.org/officeDocument/2006/relationships/hyperlink" Target="mailto:fdarwish@msa.edu.eg" TargetMode="External"/><Relationship Id="rId1" Type="http://schemas.openxmlformats.org/officeDocument/2006/relationships/slideLayout" Target="../slideLayouts/slideLayout9.xml"/><Relationship Id="rId5" Type="http://schemas.microsoft.com/office/2007/relationships/hdphoto" Target="../media/hdphoto5.wdp"/><Relationship Id="rId4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/>
          <p:nvPr/>
        </p:nvSpPr>
        <p:spPr>
          <a:xfrm>
            <a:off x="-4819" y="3951997"/>
            <a:ext cx="19010313" cy="694550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18" name="object 18"/>
          <p:cNvSpPr txBox="1"/>
          <p:nvPr/>
        </p:nvSpPr>
        <p:spPr>
          <a:xfrm>
            <a:off x="361156" y="2571892"/>
            <a:ext cx="9677400" cy="167898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60680" algn="ctr">
              <a:lnSpc>
                <a:spcPct val="102400"/>
              </a:lnSpc>
            </a:pPr>
            <a:r>
              <a:rPr lang="en-US" sz="5400" dirty="0">
                <a:solidFill>
                  <a:schemeClr val="accent1"/>
                </a:solidFill>
                <a:cs typeface="Source Sans Pro"/>
              </a:rPr>
              <a:t>Human Computer Interaction : </a:t>
            </a:r>
            <a:br>
              <a:rPr lang="en-US" sz="5400" dirty="0">
                <a:solidFill>
                  <a:schemeClr val="accent1"/>
                </a:solidFill>
                <a:cs typeface="Source Sans Pro"/>
              </a:rPr>
            </a:br>
            <a:r>
              <a:rPr lang="en-US" sz="5400" dirty="0">
                <a:solidFill>
                  <a:schemeClr val="accent1"/>
                </a:solidFill>
                <a:cs typeface="Source Sans Pro"/>
              </a:rPr>
              <a:t>Facial Landmarks &amp; Heatmaps</a:t>
            </a:r>
          </a:p>
        </p:txBody>
      </p:sp>
      <p:sp>
        <p:nvSpPr>
          <p:cNvPr id="19" name="object 19"/>
          <p:cNvSpPr/>
          <p:nvPr/>
        </p:nvSpPr>
        <p:spPr>
          <a:xfrm flipV="1">
            <a:off x="513556" y="4889497"/>
            <a:ext cx="9601200" cy="274319"/>
          </a:xfrm>
          <a:custGeom>
            <a:avLst/>
            <a:gdLst/>
            <a:ahLst/>
            <a:cxnLst/>
            <a:rect l="l" t="t" r="r" b="b"/>
            <a:pathLst>
              <a:path w="4686300">
                <a:moveTo>
                  <a:pt x="0" y="0"/>
                </a:moveTo>
                <a:lnTo>
                  <a:pt x="4686300" y="0"/>
                </a:lnTo>
              </a:path>
            </a:pathLst>
          </a:custGeom>
          <a:ln w="8466">
            <a:solidFill>
              <a:srgbClr val="002E8E"/>
            </a:solidFill>
          </a:ln>
        </p:spPr>
        <p:txBody>
          <a:bodyPr wrap="square" lIns="0" tIns="0" rIns="0" bIns="0" rtlCol="0"/>
          <a:lstStyle/>
          <a:p>
            <a:pPr algn="ctr"/>
            <a:endParaRPr lang="en-US"/>
          </a:p>
        </p:txBody>
      </p:sp>
      <p:sp>
        <p:nvSpPr>
          <p:cNvPr id="20" name="object 20"/>
          <p:cNvSpPr txBox="1"/>
          <p:nvPr/>
        </p:nvSpPr>
        <p:spPr>
          <a:xfrm>
            <a:off x="1255670" y="5388191"/>
            <a:ext cx="7888372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4800" spc="-5" dirty="0">
                <a:solidFill>
                  <a:srgbClr val="00A0EF"/>
                </a:solidFill>
                <a:cs typeface="Source Sans Pro Light"/>
              </a:rPr>
              <a:t>By : </a:t>
            </a:r>
            <a:r>
              <a:rPr lang="en-US" sz="4800" spc="-5" dirty="0" err="1">
                <a:solidFill>
                  <a:srgbClr val="FD9F00"/>
                </a:solidFill>
                <a:cs typeface="Source Sans Pro Light"/>
              </a:rPr>
              <a:t>Moamen</a:t>
            </a:r>
            <a:r>
              <a:rPr lang="en-US" sz="4800" spc="-5" dirty="0">
                <a:solidFill>
                  <a:srgbClr val="FD9F00"/>
                </a:solidFill>
                <a:cs typeface="Source Sans Pro Light"/>
              </a:rPr>
              <a:t> Zaher</a:t>
            </a:r>
            <a:endParaRPr lang="en-US" sz="4800" dirty="0">
              <a:solidFill>
                <a:srgbClr val="FD9F00"/>
              </a:solidFill>
              <a:cs typeface="Source Sans Pro Light"/>
            </a:endParaRPr>
          </a:p>
        </p:txBody>
      </p:sp>
      <p:pic>
        <p:nvPicPr>
          <p:cNvPr id="11" name="Picture 4">
            <a:extLst>
              <a:ext uri="{FF2B5EF4-FFF2-40B4-BE49-F238E27FC236}">
                <a16:creationId xmlns:a16="http://schemas.microsoft.com/office/drawing/2014/main" id="{E241F648-7C81-938F-DC62-0531A3FF61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340" y="8470260"/>
            <a:ext cx="2349048" cy="2349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>
            <a:extLst>
              <a:ext uri="{FF2B5EF4-FFF2-40B4-BE49-F238E27FC236}">
                <a16:creationId xmlns:a16="http://schemas.microsoft.com/office/drawing/2014/main" id="{6E69F1D6-6757-C610-00AA-648812F44F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36300" y="1486890"/>
            <a:ext cx="7273912" cy="7273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3D537-11F9-51BA-0C9C-07796D805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EG" dirty="0"/>
              <a:t>How Many Types of Interactions ?</a:t>
            </a: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F520FCB6-F33E-BEBB-5153-0A7A089126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7973" y="2003425"/>
            <a:ext cx="3845104" cy="3845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Desktop Computer Icon transparent PNG - StickPNG">
            <a:extLst>
              <a:ext uri="{FF2B5EF4-FFF2-40B4-BE49-F238E27FC236}">
                <a16:creationId xmlns:a16="http://schemas.microsoft.com/office/drawing/2014/main" id="{261B88C9-6010-F261-9A2F-DC5D417FEE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8690" y="4227593"/>
            <a:ext cx="4020784" cy="40207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mobile phone logo icon | Mobile logo, Mobile phone logo, Phone logo">
            <a:extLst>
              <a:ext uri="{FF2B5EF4-FFF2-40B4-BE49-F238E27FC236}">
                <a16:creationId xmlns:a16="http://schemas.microsoft.com/office/drawing/2014/main" id="{95904BA1-A27B-F2E5-A626-E9A7145158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65450" y="4716001"/>
            <a:ext cx="3222731" cy="3222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4F87653-0FF0-1BC8-7381-8BC81B6BED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77672" y="7189025"/>
            <a:ext cx="3584409" cy="35844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EDA8746-3575-18C0-A16D-0946C832FD98}"/>
              </a:ext>
            </a:extLst>
          </p:cNvPr>
          <p:cNvCxnSpPr>
            <a:cxnSpLocks/>
          </p:cNvCxnSpPr>
          <p:nvPr/>
        </p:nvCxnSpPr>
        <p:spPr>
          <a:xfrm>
            <a:off x="10169876" y="5346701"/>
            <a:ext cx="0" cy="2508066"/>
          </a:xfrm>
          <a:prstGeom prst="straightConnector1">
            <a:avLst/>
          </a:prstGeom>
          <a:ln w="38100" cap="flat" cmpd="sng" algn="ctr">
            <a:solidFill>
              <a:schemeClr val="accent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D8CD940-C442-F550-CDA4-1AF8D2709B6A}"/>
              </a:ext>
            </a:extLst>
          </p:cNvPr>
          <p:cNvCxnSpPr>
            <a:cxnSpLocks/>
          </p:cNvCxnSpPr>
          <p:nvPr/>
        </p:nvCxnSpPr>
        <p:spPr>
          <a:xfrm flipH="1" flipV="1">
            <a:off x="6670118" y="6677056"/>
            <a:ext cx="3068731" cy="2465813"/>
          </a:xfrm>
          <a:prstGeom prst="straightConnector1">
            <a:avLst/>
          </a:prstGeom>
          <a:ln w="57150" cap="flat" cmpd="sng" algn="ctr">
            <a:solidFill>
              <a:srgbClr val="0070C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F0FDFFF3-D7BF-5AA3-9892-DB801DA71797}"/>
              </a:ext>
            </a:extLst>
          </p:cNvPr>
          <p:cNvCxnSpPr>
            <a:cxnSpLocks/>
          </p:cNvCxnSpPr>
          <p:nvPr/>
        </p:nvCxnSpPr>
        <p:spPr>
          <a:xfrm flipH="1" flipV="1">
            <a:off x="6670119" y="6327367"/>
            <a:ext cx="7741546" cy="33131"/>
          </a:xfrm>
          <a:prstGeom prst="straightConnector1">
            <a:avLst/>
          </a:prstGeom>
          <a:ln w="38100" cap="flat" cmpd="sng" algn="ctr">
            <a:solidFill>
              <a:srgbClr val="00B050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E4EBAFA6-FD6B-2D63-DC1B-34F8A2CC1029}"/>
              </a:ext>
            </a:extLst>
          </p:cNvPr>
          <p:cNvSpPr txBox="1"/>
          <p:nvPr/>
        </p:nvSpPr>
        <p:spPr>
          <a:xfrm>
            <a:off x="1529466" y="8425075"/>
            <a:ext cx="3960700" cy="18202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G" sz="2807" dirty="0">
                <a:solidFill>
                  <a:srgbClr val="D34816"/>
                </a:solidFill>
              </a:rPr>
              <a:t>Human 		– 	Human</a:t>
            </a:r>
          </a:p>
          <a:p>
            <a:r>
              <a:rPr lang="en-EG" sz="2807" dirty="0">
                <a:solidFill>
                  <a:srgbClr val="00B050"/>
                </a:solidFill>
              </a:rPr>
              <a:t>Computer 	–   	Computer</a:t>
            </a:r>
          </a:p>
          <a:p>
            <a:r>
              <a:rPr lang="en-EG" sz="2807" dirty="0">
                <a:solidFill>
                  <a:srgbClr val="016FBE"/>
                </a:solidFill>
              </a:rPr>
              <a:t>Human 		– 	Computer</a:t>
            </a:r>
          </a:p>
          <a:p>
            <a:r>
              <a:rPr lang="en-EG" sz="2807" dirty="0"/>
              <a:t>Computer 	- 	Human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075C19D0-2AC2-A7F0-892E-8A483A050430}"/>
              </a:ext>
            </a:extLst>
          </p:cNvPr>
          <p:cNvCxnSpPr>
            <a:cxnSpLocks/>
          </p:cNvCxnSpPr>
          <p:nvPr/>
        </p:nvCxnSpPr>
        <p:spPr>
          <a:xfrm>
            <a:off x="10884266" y="3925977"/>
            <a:ext cx="3527398" cy="2195267"/>
          </a:xfrm>
          <a:prstGeom prst="straightConnector1">
            <a:avLst/>
          </a:prstGeom>
          <a:ln w="57150" cap="flat" cmpd="sng" algn="ctr">
            <a:solidFill>
              <a:srgbClr val="0070C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6A1C6D28-C4B1-6BA1-85C4-1D6DAA51703C}"/>
              </a:ext>
            </a:extLst>
          </p:cNvPr>
          <p:cNvCxnSpPr>
            <a:cxnSpLocks/>
          </p:cNvCxnSpPr>
          <p:nvPr/>
        </p:nvCxnSpPr>
        <p:spPr>
          <a:xfrm flipV="1">
            <a:off x="6805310" y="3894685"/>
            <a:ext cx="2650178" cy="2180272"/>
          </a:xfrm>
          <a:prstGeom prst="straightConnector1">
            <a:avLst/>
          </a:prstGeom>
          <a:ln w="571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2E41E725-7B9E-2243-3015-2B172B031F86}"/>
              </a:ext>
            </a:extLst>
          </p:cNvPr>
          <p:cNvCxnSpPr>
            <a:cxnSpLocks/>
          </p:cNvCxnSpPr>
          <p:nvPr/>
        </p:nvCxnSpPr>
        <p:spPr>
          <a:xfrm flipH="1">
            <a:off x="10600904" y="6566620"/>
            <a:ext cx="3810760" cy="2794257"/>
          </a:xfrm>
          <a:prstGeom prst="straightConnector1">
            <a:avLst/>
          </a:prstGeom>
          <a:ln w="571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2214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3D537-11F9-51BA-0C9C-07796D805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EG" dirty="0"/>
              <a:t>Interactions</a:t>
            </a: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F520FCB6-F33E-BEBB-5153-0A7A089126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90551" y="3396030"/>
            <a:ext cx="2158654" cy="2158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Desktop Computer Icon transparent PNG - StickPNG">
            <a:extLst>
              <a:ext uri="{FF2B5EF4-FFF2-40B4-BE49-F238E27FC236}">
                <a16:creationId xmlns:a16="http://schemas.microsoft.com/office/drawing/2014/main" id="{261B88C9-6010-F261-9A2F-DC5D417FEE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3004" y="6994668"/>
            <a:ext cx="2987786" cy="29877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F6808BE-7C36-2B4A-AE06-541173EFD7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8549" y="4783511"/>
            <a:ext cx="2211157" cy="22111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mobile phone logo icon | Mobile logo, Mobile phone logo, Phone logo">
            <a:extLst>
              <a:ext uri="{FF2B5EF4-FFF2-40B4-BE49-F238E27FC236}">
                <a16:creationId xmlns:a16="http://schemas.microsoft.com/office/drawing/2014/main" id="{95904BA1-A27B-F2E5-A626-E9A7145158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8650" y="3149167"/>
            <a:ext cx="3268684" cy="32686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Transparent cctv camera icon png 16016734 PNG">
            <a:extLst>
              <a:ext uri="{FF2B5EF4-FFF2-40B4-BE49-F238E27FC236}">
                <a16:creationId xmlns:a16="http://schemas.microsoft.com/office/drawing/2014/main" id="{319A4AB9-640F-726A-EFFC-EE14376E29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>
                        <a14:foregroundMark x1="68889" y1="19111" x2="68889" y2="19111"/>
                        <a14:foregroundMark x1="71111" y1="26222" x2="71111" y2="26222"/>
                        <a14:foregroundMark x1="60889" y1="38667" x2="60889" y2="38667"/>
                        <a14:foregroundMark x1="26222" y1="70222" x2="26222" y2="7022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65777" y="2403700"/>
            <a:ext cx="3485386" cy="3485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740125C-D2FE-C147-E459-0213D05344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8392" y="4783509"/>
            <a:ext cx="2211157" cy="22111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4F87653-0FF0-1BC8-7381-8BC81B6BED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38048" y="6942164"/>
            <a:ext cx="2211157" cy="22111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Smart Watch Vector Art PNG Images | Free Download On Pngtree">
            <a:extLst>
              <a:ext uri="{FF2B5EF4-FFF2-40B4-BE49-F238E27FC236}">
                <a16:creationId xmlns:a16="http://schemas.microsoft.com/office/drawing/2014/main" id="{E52013AC-7927-9BBF-232A-030195C75E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8056" b="93889" l="10000" r="90000">
                        <a14:foregroundMark x1="53889" y1="8056" x2="53889" y2="8056"/>
                        <a14:foregroundMark x1="52222" y1="93889" x2="52222" y2="93889"/>
                        <a14:foregroundMark x1="51111" y1="46667" x2="51111" y2="46667"/>
                        <a14:foregroundMark x1="61389" y1="66944" x2="61389" y2="66944"/>
                        <a14:foregroundMark x1="40000" y1="66944" x2="40000" y2="66944"/>
                        <a14:foregroundMark x1="63333" y1="32500" x2="63333" y2="325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91098" y="6417850"/>
            <a:ext cx="3097324" cy="3097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094186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A comprehensive list of human-computer interactions | by Chris R Becker |  UX Collectiv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385" y="1490950"/>
            <a:ext cx="18120791" cy="80496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393251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695D1-29DD-82C1-DA92-8C7B2769EEB5}"/>
              </a:ext>
            </a:extLst>
          </p:cNvPr>
          <p:cNvSpPr txBox="1">
            <a:spLocks/>
          </p:cNvSpPr>
          <p:nvPr/>
        </p:nvSpPr>
        <p:spPr>
          <a:xfrm>
            <a:off x="1306958" y="1530276"/>
            <a:ext cx="16396395" cy="1392998"/>
          </a:xfrm>
          <a:prstGeom prst="rect">
            <a:avLst/>
          </a:prstGeom>
        </p:spPr>
        <p:txBody>
          <a:bodyPr/>
          <a:lstStyle>
            <a:lvl1pPr algn="l" defTabSz="142573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8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EG" dirty="0"/>
              <a:t>What are the sub-categories of HCI 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710233E-4D7B-2D9E-AED4-8821C1B8F7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0064" y="2752740"/>
            <a:ext cx="14550182" cy="791325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1419490-F62E-0537-5523-3C50580A5A61}"/>
              </a:ext>
            </a:extLst>
          </p:cNvPr>
          <p:cNvSpPr txBox="1"/>
          <p:nvPr/>
        </p:nvSpPr>
        <p:spPr>
          <a:xfrm>
            <a:off x="16129892" y="3330476"/>
            <a:ext cx="8262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EG" sz="3200" dirty="0"/>
              <a:t>✅</a:t>
            </a:r>
            <a:endParaRPr lang="en-EG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8E8AEC-9798-994B-4DE5-67B9ED4783B9}"/>
              </a:ext>
            </a:extLst>
          </p:cNvPr>
          <p:cNvSpPr txBox="1"/>
          <p:nvPr/>
        </p:nvSpPr>
        <p:spPr>
          <a:xfrm>
            <a:off x="16129892" y="4534424"/>
            <a:ext cx="8262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EG" sz="3200" dirty="0"/>
              <a:t>✅</a:t>
            </a:r>
            <a:endParaRPr lang="en-EG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2AF03B-AF22-9EF3-F2F3-1652D2EBEABC}"/>
              </a:ext>
            </a:extLst>
          </p:cNvPr>
          <p:cNvSpPr txBox="1"/>
          <p:nvPr/>
        </p:nvSpPr>
        <p:spPr>
          <a:xfrm>
            <a:off x="16133030" y="5828386"/>
            <a:ext cx="8262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EG" sz="3200" dirty="0"/>
              <a:t>✅</a:t>
            </a:r>
            <a:endParaRPr lang="en-EG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F27571E-FD10-5BE4-7A79-0186FD0A0C92}"/>
              </a:ext>
            </a:extLst>
          </p:cNvPr>
          <p:cNvSpPr txBox="1"/>
          <p:nvPr/>
        </p:nvSpPr>
        <p:spPr>
          <a:xfrm>
            <a:off x="1816953" y="4617909"/>
            <a:ext cx="8262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EG" sz="3200" dirty="0"/>
              <a:t>✅</a:t>
            </a:r>
            <a:endParaRPr lang="en-EG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D3C23A-BB6F-4991-D525-4D8A13C81AB9}"/>
              </a:ext>
            </a:extLst>
          </p:cNvPr>
          <p:cNvSpPr txBox="1"/>
          <p:nvPr/>
        </p:nvSpPr>
        <p:spPr>
          <a:xfrm>
            <a:off x="1816953" y="6994173"/>
            <a:ext cx="8262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EG" sz="3200" dirty="0"/>
              <a:t>✅</a:t>
            </a:r>
            <a:endParaRPr lang="en-EG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E75718C-E425-4662-6D28-9B7A33C924D0}"/>
              </a:ext>
            </a:extLst>
          </p:cNvPr>
          <p:cNvSpPr txBox="1"/>
          <p:nvPr/>
        </p:nvSpPr>
        <p:spPr>
          <a:xfrm>
            <a:off x="16129892" y="9441281"/>
            <a:ext cx="8262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EG" sz="3200" dirty="0"/>
              <a:t>✅</a:t>
            </a:r>
            <a:endParaRPr lang="en-EG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D3BCC7D-F136-ED18-4345-35E6EDDFD6E5}"/>
              </a:ext>
            </a:extLst>
          </p:cNvPr>
          <p:cNvSpPr txBox="1"/>
          <p:nvPr/>
        </p:nvSpPr>
        <p:spPr>
          <a:xfrm>
            <a:off x="16133915" y="8155012"/>
            <a:ext cx="6463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G" sz="3600" dirty="0"/>
              <a:t>⏳</a:t>
            </a:r>
          </a:p>
        </p:txBody>
      </p:sp>
    </p:spTree>
    <p:extLst>
      <p:ext uri="{BB962C8B-B14F-4D97-AF65-F5344CB8AC3E}">
        <p14:creationId xmlns:p14="http://schemas.microsoft.com/office/powerpoint/2010/main" val="246629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  <p:bldP spid="1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5DE73-BD77-73F9-428D-FA253BB48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EG" dirty="0"/>
              <a:t>General Guidelines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C9F378-AA1E-4ED5-6CD0-40C1774050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6959" y="3186460"/>
            <a:ext cx="10718477" cy="6445027"/>
          </a:xfrm>
        </p:spPr>
        <p:txBody>
          <a:bodyPr/>
          <a:lstStyle/>
          <a:p>
            <a:r>
              <a:rPr lang="en-US" dirty="0"/>
              <a:t>L</a:t>
            </a:r>
            <a:r>
              <a:rPr lang="en-EG" dirty="0"/>
              <a:t>ab is organized as following :</a:t>
            </a:r>
          </a:p>
          <a:p>
            <a:pPr lvl="1"/>
            <a:r>
              <a:rPr lang="en-EG" dirty="0"/>
              <a:t>5~10 Minutes intro and history</a:t>
            </a:r>
          </a:p>
          <a:p>
            <a:pPr lvl="1"/>
            <a:r>
              <a:rPr lang="en-EG" dirty="0"/>
              <a:t>5 minutes objectives and demos</a:t>
            </a:r>
          </a:p>
          <a:p>
            <a:pPr lvl="1"/>
            <a:r>
              <a:rPr lang="en-EG" dirty="0"/>
              <a:t>5~10 minutes discussions</a:t>
            </a:r>
          </a:p>
          <a:p>
            <a:pPr lvl="1"/>
            <a:r>
              <a:rPr lang="en-EG" dirty="0"/>
              <a:t>50 minutes for implementation</a:t>
            </a:r>
          </a:p>
          <a:p>
            <a:r>
              <a:rPr lang="en-EG" dirty="0"/>
              <a:t>Attendance is a MUST.</a:t>
            </a:r>
          </a:p>
          <a:p>
            <a:r>
              <a:rPr lang="en-EG" dirty="0"/>
              <a:t>Avoid Being Late.</a:t>
            </a:r>
          </a:p>
        </p:txBody>
      </p:sp>
      <p:pic>
        <p:nvPicPr>
          <p:cNvPr id="4" name="Picture 4" descr="Vector Illustration. Clock, Calendar and Hourglass. Concept of Time ...">
            <a:extLst>
              <a:ext uri="{FF2B5EF4-FFF2-40B4-BE49-F238E27FC236}">
                <a16:creationId xmlns:a16="http://schemas.microsoft.com/office/drawing/2014/main" id="{D57E8D35-5300-7BCD-5139-F898E3CDCB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25436" y="2588055"/>
            <a:ext cx="7641836" cy="76418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55713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5DE73-BD77-73F9-428D-FA253BB48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EG" dirty="0"/>
              <a:t>General Guidelines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C9F378-AA1E-4ED5-6CD0-40C1774050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6959" y="3186460"/>
            <a:ext cx="10718477" cy="6445027"/>
          </a:xfrm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rgbClr val="FF0000"/>
                </a:solidFill>
              </a:rPr>
              <a:t>Project (25) </a:t>
            </a:r>
          </a:p>
          <a:p>
            <a:pPr lvl="1"/>
            <a:r>
              <a:rPr lang="en-US" dirty="0"/>
              <a:t>Phase I  (10)</a:t>
            </a:r>
          </a:p>
          <a:p>
            <a:pPr lvl="1"/>
            <a:r>
              <a:rPr lang="en-US" dirty="0"/>
              <a:t>Phase II (15)</a:t>
            </a:r>
          </a:p>
          <a:p>
            <a:r>
              <a:rPr lang="en-US" dirty="0">
                <a:solidFill>
                  <a:srgbClr val="FF0000"/>
                </a:solidFill>
              </a:rPr>
              <a:t>Lab Participation (5)</a:t>
            </a:r>
          </a:p>
          <a:p>
            <a:r>
              <a:rPr lang="en-US" dirty="0">
                <a:solidFill>
                  <a:srgbClr val="FF0000"/>
                </a:solidFill>
              </a:rPr>
              <a:t>Quizzes (10)</a:t>
            </a:r>
          </a:p>
          <a:p>
            <a:pPr lvl="1"/>
            <a:r>
              <a:rPr lang="en-US" dirty="0"/>
              <a:t>Lab Quiz (5)</a:t>
            </a:r>
          </a:p>
          <a:p>
            <a:pPr lvl="1"/>
            <a:r>
              <a:rPr lang="en-US" dirty="0"/>
              <a:t>Lecture Quiz (5)</a:t>
            </a:r>
          </a:p>
          <a:p>
            <a:r>
              <a:rPr lang="en-US" dirty="0"/>
              <a:t>Extras:</a:t>
            </a:r>
          </a:p>
          <a:p>
            <a:pPr lvl="1"/>
            <a:r>
              <a:rPr lang="en-US" dirty="0"/>
              <a:t>Kahoot</a:t>
            </a:r>
          </a:p>
          <a:p>
            <a:pPr lvl="1"/>
            <a:r>
              <a:rPr lang="en-US" dirty="0"/>
              <a:t>Paper submission will also be considered</a:t>
            </a:r>
            <a:endParaRPr lang="en-EG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1183382-B69B-1C45-B266-781CEC403F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68336" y="3339182"/>
            <a:ext cx="6139581" cy="6139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149984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ADCFBC5-CF91-D8A9-05B6-3FE8C3F0C5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EG" dirty="0"/>
              <a:t>Project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81FC61D-B5F9-73AF-E5A6-0E786D617D9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6513" y="3500610"/>
            <a:ext cx="8079382" cy="5476889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199157-4D24-F949-3E73-477F084CD12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EG" dirty="0"/>
              <a:t>Compare 3 different Interaction Techniques.</a:t>
            </a:r>
          </a:p>
          <a:p>
            <a:endParaRPr lang="en-EG" dirty="0"/>
          </a:p>
          <a:p>
            <a:r>
              <a:rPr lang="en-EG" dirty="0"/>
              <a:t>Evalute the techniques based on:</a:t>
            </a:r>
          </a:p>
          <a:p>
            <a:pPr lvl="1"/>
            <a:r>
              <a:rPr lang="en-EG" dirty="0"/>
              <a:t>User Satisifaction</a:t>
            </a:r>
          </a:p>
          <a:p>
            <a:pPr lvl="1"/>
            <a:r>
              <a:rPr lang="en-EG" dirty="0"/>
              <a:t>Engagement</a:t>
            </a:r>
          </a:p>
          <a:p>
            <a:pPr lvl="1"/>
            <a:r>
              <a:rPr lang="en-EG" dirty="0"/>
              <a:t>Usability</a:t>
            </a:r>
          </a:p>
          <a:p>
            <a:pPr lvl="1"/>
            <a:r>
              <a:rPr lang="en-EG" dirty="0"/>
              <a:t>Surveys</a:t>
            </a:r>
          </a:p>
        </p:txBody>
      </p:sp>
    </p:spTree>
    <p:extLst>
      <p:ext uri="{BB962C8B-B14F-4D97-AF65-F5344CB8AC3E}">
        <p14:creationId xmlns:p14="http://schemas.microsoft.com/office/powerpoint/2010/main" val="16237948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AB4BD-9129-E16F-6EB3-6D8434F00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EG" dirty="0"/>
              <a:t>Rewards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0535D6-E95F-E461-80D2-207DD80A8B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6960" y="3186460"/>
            <a:ext cx="9760948" cy="7388846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n-EG" sz="3200" dirty="0"/>
              <a:t>Best 2 projects participate in </a:t>
            </a:r>
            <a:r>
              <a:rPr lang="en-EG" sz="3200" b="1" u="sng" dirty="0">
                <a:solidFill>
                  <a:srgbClr val="FF0000"/>
                </a:solidFill>
              </a:rPr>
              <a:t>DeepMinds</a:t>
            </a:r>
          </a:p>
          <a:p>
            <a:pPr>
              <a:lnSpc>
                <a:spcPct val="150000"/>
              </a:lnSpc>
            </a:pPr>
            <a:r>
              <a:rPr lang="en-EG" sz="3200" dirty="0"/>
              <a:t>Best project gets </a:t>
            </a:r>
            <a:r>
              <a:rPr lang="en-EG" sz="3200" b="1" u="sng" dirty="0">
                <a:solidFill>
                  <a:srgbClr val="FF0000"/>
                </a:solidFill>
              </a:rPr>
              <a:t>25 marks</a:t>
            </a:r>
          </a:p>
          <a:p>
            <a:pPr>
              <a:lnSpc>
                <a:spcPct val="150000"/>
              </a:lnSpc>
            </a:pPr>
            <a:r>
              <a:rPr lang="en-EG" sz="3200" dirty="0"/>
              <a:t>We will </a:t>
            </a:r>
            <a:r>
              <a:rPr lang="en-US" sz="3200" dirty="0"/>
              <a:t>dedicate a </a:t>
            </a:r>
            <a:r>
              <a:rPr lang="en-US" sz="3200" b="1" u="sng" dirty="0">
                <a:solidFill>
                  <a:srgbClr val="FF0000"/>
                </a:solidFill>
              </a:rPr>
              <a:t>LinkedIn post</a:t>
            </a:r>
            <a:r>
              <a:rPr lang="en-US" sz="3200" b="1" dirty="0">
                <a:solidFill>
                  <a:srgbClr val="FF0000"/>
                </a:solidFill>
              </a:rPr>
              <a:t> </a:t>
            </a:r>
            <a:r>
              <a:rPr lang="en-US" sz="3200" dirty="0"/>
              <a:t>for the top project</a:t>
            </a:r>
          </a:p>
          <a:p>
            <a:pPr>
              <a:lnSpc>
                <a:spcPct val="150000"/>
              </a:lnSpc>
            </a:pPr>
            <a:r>
              <a:rPr lang="en-US" sz="3200" dirty="0"/>
              <a:t>Members of best 2 projects will receive a </a:t>
            </a:r>
            <a:r>
              <a:rPr lang="en-US" sz="3200" b="1" u="sng" dirty="0">
                <a:solidFill>
                  <a:srgbClr val="FF0000"/>
                </a:solidFill>
              </a:rPr>
              <a:t>recommendation</a:t>
            </a:r>
            <a:r>
              <a:rPr lang="en-US" sz="3200" dirty="0"/>
              <a:t> on </a:t>
            </a:r>
            <a:r>
              <a:rPr lang="en-US" sz="3200" b="1" i="1" dirty="0"/>
              <a:t>LinkedIn</a:t>
            </a:r>
          </a:p>
          <a:p>
            <a:pPr algn="just">
              <a:lnSpc>
                <a:spcPct val="150000"/>
              </a:lnSpc>
            </a:pPr>
            <a:r>
              <a:rPr lang="en-US" sz="3200" dirty="0"/>
              <a:t>You can compete in national competitions with your project</a:t>
            </a:r>
          </a:p>
          <a:p>
            <a:pPr algn="just">
              <a:lnSpc>
                <a:spcPct val="150000"/>
              </a:lnSpc>
            </a:pPr>
            <a:r>
              <a:rPr lang="en-US" sz="3200" dirty="0"/>
              <a:t>Projects can easily be converted into a </a:t>
            </a:r>
            <a:r>
              <a:rPr lang="en-US" sz="3200" b="1" u="sng" dirty="0">
                <a:solidFill>
                  <a:srgbClr val="FF0000"/>
                </a:solidFill>
              </a:rPr>
              <a:t>scientific paper</a:t>
            </a:r>
            <a:r>
              <a:rPr lang="en-US" sz="3200" dirty="0"/>
              <a:t> and have higher chance of acceptance in </a:t>
            </a:r>
            <a:r>
              <a:rPr lang="en-US" sz="3200" b="1" i="1" u="sng" dirty="0"/>
              <a:t>Journals</a:t>
            </a:r>
          </a:p>
          <a:p>
            <a:pPr lvl="1">
              <a:lnSpc>
                <a:spcPct val="150000"/>
              </a:lnSpc>
            </a:pPr>
            <a:r>
              <a:rPr lang="en-US" sz="2800" i="1" dirty="0"/>
              <a:t>Multimodality</a:t>
            </a:r>
            <a:r>
              <a:rPr lang="en-US" sz="2800" dirty="0"/>
              <a:t> is booming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Journal publication opens lots of doors abroad</a:t>
            </a:r>
            <a:endParaRPr lang="en-EG" sz="28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ED6C73F-E5F2-B490-3A63-001E912B10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76065" y="2292350"/>
            <a:ext cx="7950200" cy="6108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AD8FA022-DCED-58C7-3183-E54EA3715C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626619">
            <a:off x="16825736" y="2738895"/>
            <a:ext cx="1107843" cy="13328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52898D44-B47D-D5B4-CE1F-18E01FC3222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7593" b="74167" l="23400" r="76000">
                        <a14:foregroundMark x1="60800" y1="19630" x2="60800" y2="19630"/>
                        <a14:foregroundMark x1="53400" y1="17593" x2="53400" y2="17593"/>
                        <a14:foregroundMark x1="76100" y1="41204" x2="76100" y2="41204"/>
                        <a14:foregroundMark x1="73300" y1="50278" x2="73300" y2="50278"/>
                        <a14:foregroundMark x1="74400" y1="55463" x2="74400" y2="55463"/>
                        <a14:foregroundMark x1="54700" y1="63704" x2="54700" y2="63704"/>
                        <a14:foregroundMark x1="69700" y1="74259" x2="69700" y2="74259"/>
                        <a14:foregroundMark x1="36600" y1="65741" x2="36600" y2="65741"/>
                        <a14:foregroundMark x1="23400" y1="55370" x2="23400" y2="55370"/>
                      </a14:backgroundRemoval>
                    </a14:imgEffect>
                    <a14:imgEffect>
                      <a14:brightnessContrast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1637" t="15657" r="21636" b="24071"/>
          <a:stretch/>
        </p:blipFill>
        <p:spPr bwMode="auto">
          <a:xfrm>
            <a:off x="12021907" y="2785588"/>
            <a:ext cx="1080120" cy="12394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5F73DFBB-EBF2-6EAC-E9B4-F56D04928DA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080" b="15212"/>
          <a:stretch/>
        </p:blipFill>
        <p:spPr bwMode="auto">
          <a:xfrm>
            <a:off x="12561967" y="7838120"/>
            <a:ext cx="4817690" cy="18402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166359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3C55F-DBDC-B27E-32B1-B112E1578F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EG" dirty="0"/>
              <a:t>UGRF – CIS</a:t>
            </a:r>
            <a:r>
              <a:rPr lang="en-EG"/>
              <a:t>: Evaluating Student Engagement</a:t>
            </a:r>
            <a:endParaRPr lang="en-EG" dirty="0"/>
          </a:p>
        </p:txBody>
      </p:sp>
      <p:pic>
        <p:nvPicPr>
          <p:cNvPr id="1026" name="Picture 2" descr="No alt text provided for this image">
            <a:extLst>
              <a:ext uri="{FF2B5EF4-FFF2-40B4-BE49-F238E27FC236}">
                <a16:creationId xmlns:a16="http://schemas.microsoft.com/office/drawing/2014/main" id="{77B8C150-6D0C-0AE4-155E-6D06D98FFA7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8322" y="3186460"/>
            <a:ext cx="8593666" cy="6445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59610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79C42-69D5-B6D9-F3CB-246151A88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EG" dirty="0"/>
              <a:t>Roadm Map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8F9EDD01-5B15-8C2C-742A-2BAA20AF3F13}"/>
              </a:ext>
            </a:extLst>
          </p:cNvPr>
          <p:cNvGraphicFramePr/>
          <p:nvPr/>
        </p:nvGraphicFramePr>
        <p:xfrm>
          <a:off x="1658650" y="3265071"/>
          <a:ext cx="6858022" cy="66726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AC54C787-B900-9AA3-77A1-6820CD18C3E1}"/>
              </a:ext>
            </a:extLst>
          </p:cNvPr>
          <p:cNvGraphicFramePr/>
          <p:nvPr/>
        </p:nvGraphicFramePr>
        <p:xfrm>
          <a:off x="9729010" y="3265071"/>
          <a:ext cx="6858022" cy="66726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1FAA233-F84B-6891-2E00-8E96C3FF3A80}"/>
              </a:ext>
            </a:extLst>
          </p:cNvPr>
          <p:cNvSpPr txBox="1"/>
          <p:nvPr/>
        </p:nvSpPr>
        <p:spPr>
          <a:xfrm>
            <a:off x="371378" y="6025503"/>
            <a:ext cx="841897" cy="524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G" sz="2807" dirty="0">
                <a:solidFill>
                  <a:srgbClr val="FF0000"/>
                </a:solidFill>
              </a:rPr>
              <a:t>Quiz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5E04C5-70F2-E2FB-9151-4249BFF08476}"/>
              </a:ext>
            </a:extLst>
          </p:cNvPr>
          <p:cNvSpPr txBox="1"/>
          <p:nvPr/>
        </p:nvSpPr>
        <p:spPr>
          <a:xfrm>
            <a:off x="343747" y="8707315"/>
            <a:ext cx="841897" cy="524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G" sz="2807" dirty="0">
                <a:solidFill>
                  <a:srgbClr val="FF0000"/>
                </a:solidFill>
              </a:rPr>
              <a:t>Quiz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9A9B9E-891E-85E4-EBAE-AE9DD351F0DF}"/>
              </a:ext>
            </a:extLst>
          </p:cNvPr>
          <p:cNvSpPr txBox="1"/>
          <p:nvPr/>
        </p:nvSpPr>
        <p:spPr>
          <a:xfrm>
            <a:off x="17276729" y="4770822"/>
            <a:ext cx="841897" cy="524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G" sz="2807" dirty="0">
                <a:solidFill>
                  <a:srgbClr val="FF0000"/>
                </a:solidFill>
              </a:rPr>
              <a:t>Quiz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9B0CDE-8CC1-DE1B-30E1-A00B6D9EA8BD}"/>
              </a:ext>
            </a:extLst>
          </p:cNvPr>
          <p:cNvSpPr txBox="1"/>
          <p:nvPr/>
        </p:nvSpPr>
        <p:spPr>
          <a:xfrm>
            <a:off x="17276729" y="7428332"/>
            <a:ext cx="841897" cy="524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G" sz="2807" dirty="0">
                <a:solidFill>
                  <a:srgbClr val="FF0000"/>
                </a:solidFill>
              </a:rPr>
              <a:t>Quiz</a:t>
            </a:r>
          </a:p>
        </p:txBody>
      </p:sp>
    </p:spTree>
    <p:extLst>
      <p:ext uri="{BB962C8B-B14F-4D97-AF65-F5344CB8AC3E}">
        <p14:creationId xmlns:p14="http://schemas.microsoft.com/office/powerpoint/2010/main" val="1644282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20FAC8-1087-683B-0510-E67481E09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EG" dirty="0">
                <a:solidFill>
                  <a:srgbClr val="FF0000"/>
                </a:solidFill>
              </a:rPr>
              <a:t>Softwares</a:t>
            </a:r>
          </a:p>
        </p:txBody>
      </p:sp>
      <p:pic>
        <p:nvPicPr>
          <p:cNvPr id="1028" name="Picture 4">
            <a:hlinkClick r:id="rId2"/>
            <a:extLst>
              <a:ext uri="{FF2B5EF4-FFF2-40B4-BE49-F238E27FC236}">
                <a16:creationId xmlns:a16="http://schemas.microsoft.com/office/drawing/2014/main" id="{42C3E913-EBF0-0EDE-1065-DC1CACC3A0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7288" y="3557068"/>
            <a:ext cx="6152510" cy="30693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roject Jupyter - Wikipedia">
            <a:extLst>
              <a:ext uri="{FF2B5EF4-FFF2-40B4-BE49-F238E27FC236}">
                <a16:creationId xmlns:a16="http://schemas.microsoft.com/office/drawing/2014/main" id="{23B0DD7E-EAA5-711D-5E26-A4011A6902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557" y="6246584"/>
            <a:ext cx="2380335" cy="27590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29F48D8D-7D69-C740-57D4-E3D24B86EE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62466" y="6399480"/>
            <a:ext cx="6455585" cy="30693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Pose detection in image using Mediapipe library - Analytics Vidhya">
            <a:extLst>
              <a:ext uri="{FF2B5EF4-FFF2-40B4-BE49-F238E27FC236}">
                <a16:creationId xmlns:a16="http://schemas.microsoft.com/office/drawing/2014/main" id="{7671595E-7DA1-506B-90DE-C0E922E81B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5749" y="7191918"/>
            <a:ext cx="5468077" cy="14844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GitHub - goktug97/PyYOLO: Easy to use Python wrapper for YOLO Real-Time Object  Detection Library">
            <a:extLst>
              <a:ext uri="{FF2B5EF4-FFF2-40B4-BE49-F238E27FC236}">
                <a16:creationId xmlns:a16="http://schemas.microsoft.com/office/drawing/2014/main" id="{6CE7CF39-F30F-84B1-BAD8-9358F27C56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2593" y="7097161"/>
            <a:ext cx="3400267" cy="16740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B4574A0E-00E8-9677-BE9B-0C8F19A4C9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8510" y="3070595"/>
            <a:ext cx="5324213" cy="19375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10" descr="C# Logo Download Icon PNG Transparent Background, Free Download #28402 -  FreeIconsPNG">
            <a:extLst>
              <a:ext uri="{FF2B5EF4-FFF2-40B4-BE49-F238E27FC236}">
                <a16:creationId xmlns:a16="http://schemas.microsoft.com/office/drawing/2014/main" id="{3749F1D1-B567-FEDD-8F5D-93BA7B495B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63365" y="1507099"/>
            <a:ext cx="3331417" cy="31981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12" descr="TUIO Logo">
            <a:extLst>
              <a:ext uri="{FF2B5EF4-FFF2-40B4-BE49-F238E27FC236}">
                <a16:creationId xmlns:a16="http://schemas.microsoft.com/office/drawing/2014/main" id="{36F26D1E-578B-DB42-9E2D-914358CD40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98532" y="3429124"/>
            <a:ext cx="3157962" cy="3157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Visual Studio logo and symbol, meaning, history, PNG">
            <a:extLst>
              <a:ext uri="{FF2B5EF4-FFF2-40B4-BE49-F238E27FC236}">
                <a16:creationId xmlns:a16="http://schemas.microsoft.com/office/drawing/2014/main" id="{2CF043E3-86F2-050A-F3EB-F4A256B48C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11802" y="1228799"/>
            <a:ext cx="3554743" cy="19995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318737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4A687-22F7-2494-260F-181B90924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EG" dirty="0"/>
              <a:t>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33E3D6-F57B-AFAC-E684-89AA59EC03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300000"/>
              </a:lnSpc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Facial Landmarks</a:t>
            </a:r>
          </a:p>
          <a:p>
            <a:pPr>
              <a:lnSpc>
                <a:spcPct val="300000"/>
              </a:lnSpc>
            </a:pPr>
            <a:r>
              <a:rPr lang="en-US" dirty="0"/>
              <a:t>Heatmap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1028" name="Picture 4" descr="Dlib - Wikipedia">
            <a:extLst>
              <a:ext uri="{FF2B5EF4-FFF2-40B4-BE49-F238E27FC236}">
                <a16:creationId xmlns:a16="http://schemas.microsoft.com/office/drawing/2014/main" id="{33FA4BF8-A8CE-9EC2-B444-6F098F2FE0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97644" y="6714852"/>
            <a:ext cx="4936851" cy="35227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66654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9998F-7DED-2969-0056-369D4BA3D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EG" dirty="0"/>
              <a:t>Critical Thinking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DD741E-0F51-6794-E070-3778C6224E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EG" dirty="0"/>
              <a:t>What is the prob</a:t>
            </a:r>
            <a:r>
              <a:rPr lang="en-US" dirty="0"/>
              <a:t>le</a:t>
            </a:r>
            <a:r>
              <a:rPr lang="en-EG" dirty="0"/>
              <a:t>m ?</a:t>
            </a:r>
          </a:p>
          <a:p>
            <a:r>
              <a:rPr lang="en-EG" dirty="0"/>
              <a:t>What are the proposed solutions ?</a:t>
            </a:r>
          </a:p>
          <a:p>
            <a:r>
              <a:rPr lang="en-EG" dirty="0"/>
              <a:t>How to implement these solutions ?</a:t>
            </a:r>
          </a:p>
        </p:txBody>
      </p:sp>
    </p:spTree>
    <p:extLst>
      <p:ext uri="{BB962C8B-B14F-4D97-AF65-F5344CB8AC3E}">
        <p14:creationId xmlns:p14="http://schemas.microsoft.com/office/powerpoint/2010/main" val="7920005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9998F-7DED-2969-0056-369D4BA3D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EG" dirty="0"/>
              <a:t>Critical Thinking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DD741E-0F51-6794-E070-3778C6224E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What is Facial Landmark ?</a:t>
            </a:r>
            <a:endParaRPr lang="en-EG" dirty="0"/>
          </a:p>
          <a:p>
            <a:pPr>
              <a:lnSpc>
                <a:spcPct val="150000"/>
              </a:lnSpc>
            </a:pPr>
            <a:r>
              <a:rPr lang="en-EG" dirty="0"/>
              <a:t>What is gaze tracking ?</a:t>
            </a:r>
          </a:p>
          <a:p>
            <a:pPr>
              <a:lnSpc>
                <a:spcPct val="150000"/>
              </a:lnSpc>
            </a:pPr>
            <a:r>
              <a:rPr lang="en-EG" dirty="0"/>
              <a:t>What is heatmaps?</a:t>
            </a:r>
          </a:p>
        </p:txBody>
      </p:sp>
    </p:spTree>
    <p:extLst>
      <p:ext uri="{BB962C8B-B14F-4D97-AF65-F5344CB8AC3E}">
        <p14:creationId xmlns:p14="http://schemas.microsoft.com/office/powerpoint/2010/main" val="42730872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56AD9-074D-27C6-AB69-4BBAC37CE2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EG" dirty="0"/>
              <a:t>Facial Landmark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4DD010-9E13-D95E-0596-5992EE1D9C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a computer vision task that involves detecting and localizing specific points or landmarks on a face, such as the eyes, nose,… </a:t>
            </a:r>
            <a:r>
              <a:rPr lang="en-US" dirty="0" err="1"/>
              <a:t>etc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Popular Libraries: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OpenCV</a:t>
            </a:r>
          </a:p>
          <a:p>
            <a:pPr lvl="1">
              <a:lnSpc>
                <a:spcPct val="100000"/>
              </a:lnSpc>
            </a:pPr>
            <a:r>
              <a:rPr lang="en-US" dirty="0" err="1"/>
              <a:t>Dlib</a:t>
            </a:r>
            <a:endParaRPr lang="en-US" dirty="0"/>
          </a:p>
          <a:p>
            <a:pPr lvl="1">
              <a:lnSpc>
                <a:spcPct val="100000"/>
              </a:lnSpc>
            </a:pPr>
            <a:r>
              <a:rPr lang="en-US" dirty="0"/>
              <a:t>MTCNN</a:t>
            </a:r>
            <a:endParaRPr lang="en-EG" dirty="0"/>
          </a:p>
        </p:txBody>
      </p:sp>
    </p:spTree>
    <p:extLst>
      <p:ext uri="{BB962C8B-B14F-4D97-AF65-F5344CB8AC3E}">
        <p14:creationId xmlns:p14="http://schemas.microsoft.com/office/powerpoint/2010/main" val="2069191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4" dur="2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4282D4-774E-A791-BB49-1BBEB2E87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EG" dirty="0"/>
              <a:t>Installation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0AA228-61B0-31DB-0BF6-74E0955B7B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EG" dirty="0"/>
              <a:t>On Windows</a:t>
            </a:r>
          </a:p>
          <a:p>
            <a:pPr lvl="1">
              <a:lnSpc>
                <a:spcPct val="150000"/>
              </a:lnSpc>
            </a:pPr>
            <a:r>
              <a:rPr lang="en-EG" dirty="0"/>
              <a:t>Install C++ pack (usually installed with Visual Studio</a:t>
            </a:r>
            <a:r>
              <a:rPr lang="en-US" dirty="0"/>
              <a:t> “</a:t>
            </a:r>
            <a:r>
              <a:rPr lang="en-EG" dirty="0"/>
              <a:t>not VS Code”)</a:t>
            </a:r>
          </a:p>
          <a:p>
            <a:pPr lvl="1">
              <a:lnSpc>
                <a:spcPct val="150000"/>
              </a:lnSpc>
            </a:pPr>
            <a:r>
              <a:rPr lang="en-EG" dirty="0"/>
              <a:t>Install C</a:t>
            </a:r>
            <a:r>
              <a:rPr lang="en-US" dirty="0"/>
              <a:t>M</a:t>
            </a:r>
            <a:r>
              <a:rPr lang="en-EG" dirty="0"/>
              <a:t>ake</a:t>
            </a:r>
          </a:p>
          <a:p>
            <a:pPr lvl="1">
              <a:lnSpc>
                <a:spcPct val="150000"/>
              </a:lnSpc>
            </a:pPr>
            <a:r>
              <a:rPr lang="en-EG" dirty="0"/>
              <a:t>Install Dlib</a:t>
            </a:r>
          </a:p>
          <a:p>
            <a:pPr lvl="1">
              <a:lnSpc>
                <a:spcPct val="150000"/>
              </a:lnSpc>
            </a:pPr>
            <a:endParaRPr lang="en-EG" dirty="0"/>
          </a:p>
        </p:txBody>
      </p:sp>
    </p:spTree>
    <p:extLst>
      <p:ext uri="{BB962C8B-B14F-4D97-AF65-F5344CB8AC3E}">
        <p14:creationId xmlns:p14="http://schemas.microsoft.com/office/powerpoint/2010/main" val="33129552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C1D6D-E6DC-0384-1822-D070AC464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EG" dirty="0"/>
              <a:t>Facial Landmark</a:t>
            </a:r>
          </a:p>
        </p:txBody>
      </p:sp>
      <p:pic>
        <p:nvPicPr>
          <p:cNvPr id="2050" name="Picture 2" descr="Facial Landmarks for Face Recognition with Dlib - Sefik Ilkin Serengil">
            <a:extLst>
              <a:ext uri="{FF2B5EF4-FFF2-40B4-BE49-F238E27FC236}">
                <a16:creationId xmlns:a16="http://schemas.microsoft.com/office/drawing/2014/main" id="{42FC9340-9B21-5383-728C-D56B3F5DD70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0808" y="2923274"/>
            <a:ext cx="9508693" cy="7459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662432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FF7C4-95F1-E98C-ECF2-537A581131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EG" dirty="0"/>
              <a:t>Applications of </a:t>
            </a:r>
            <a:r>
              <a:rPr lang="en-US" dirty="0"/>
              <a:t>F</a:t>
            </a:r>
            <a:r>
              <a:rPr lang="en-EG" dirty="0"/>
              <a:t>acial </a:t>
            </a:r>
            <a:r>
              <a:rPr lang="en-US" dirty="0"/>
              <a:t>L</a:t>
            </a:r>
            <a:r>
              <a:rPr lang="en-EG" dirty="0"/>
              <a:t>andmark </a:t>
            </a:r>
            <a:r>
              <a:rPr lang="en-US" dirty="0"/>
              <a:t>D</a:t>
            </a:r>
            <a:r>
              <a:rPr lang="en-EG" dirty="0"/>
              <a:t>etection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E3EC98-2121-8242-0CB3-D946805A39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</a:t>
            </a:r>
            <a:r>
              <a:rPr lang="en-EG" dirty="0"/>
              <a:t>ead pose estimation</a:t>
            </a:r>
          </a:p>
          <a:p>
            <a:r>
              <a:rPr lang="en-EG" dirty="0"/>
              <a:t>Deep fake</a:t>
            </a:r>
          </a:p>
          <a:p>
            <a:r>
              <a:rPr lang="en-EG" dirty="0"/>
              <a:t>Emotion Detection</a:t>
            </a:r>
          </a:p>
          <a:p>
            <a:r>
              <a:rPr lang="en-EG" dirty="0"/>
              <a:t>Facial morphing</a:t>
            </a:r>
          </a:p>
          <a:p>
            <a:r>
              <a:rPr lang="en-EG" dirty="0">
                <a:solidFill>
                  <a:srgbClr val="FF0000"/>
                </a:solidFill>
              </a:rPr>
              <a:t>Gaze tracking</a:t>
            </a:r>
          </a:p>
        </p:txBody>
      </p:sp>
    </p:spTree>
    <p:extLst>
      <p:ext uri="{BB962C8B-B14F-4D97-AF65-F5344CB8AC3E}">
        <p14:creationId xmlns:p14="http://schemas.microsoft.com/office/powerpoint/2010/main" val="3793028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FA028D7-34A5-874A-D41C-8D2DBD8DCE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4995" y="1787275"/>
            <a:ext cx="5270153" cy="845596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0E27DD1-7085-2FE8-0EC4-F3A8225DE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EG" dirty="0"/>
              <a:t>Gaze Tracking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24BEBF-D9C2-61F7-CBDC-8511758451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6959" y="3186460"/>
            <a:ext cx="8054181" cy="6445027"/>
          </a:xfrm>
        </p:spPr>
        <p:txBody>
          <a:bodyPr/>
          <a:lstStyle/>
          <a:p>
            <a:pPr algn="just">
              <a:lnSpc>
                <a:spcPct val="200000"/>
              </a:lnSpc>
            </a:pPr>
            <a:r>
              <a:rPr lang="en-US" dirty="0"/>
              <a:t>detect a person's presence and follow what they are looking at in real-time.</a:t>
            </a:r>
            <a:endParaRPr lang="en-EG" dirty="0"/>
          </a:p>
        </p:txBody>
      </p:sp>
      <p:pic>
        <p:nvPicPr>
          <p:cNvPr id="3074" name="Picture 2" descr="Eye motion tracking - Opencv with Python - Pysource">
            <a:extLst>
              <a:ext uri="{FF2B5EF4-FFF2-40B4-BE49-F238E27FC236}">
                <a16:creationId xmlns:a16="http://schemas.microsoft.com/office/drawing/2014/main" id="{04B98A21-B701-22E7-6179-FE03858188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42515" y="4475704"/>
            <a:ext cx="6590690" cy="3866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9F078BC-10D3-EAC7-C958-2A49BE663D8F}"/>
              </a:ext>
            </a:extLst>
          </p:cNvPr>
          <p:cNvSpPr txBox="1"/>
          <p:nvPr/>
        </p:nvSpPr>
        <p:spPr>
          <a:xfrm>
            <a:off x="0" y="10305238"/>
            <a:ext cx="127509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2">
                    <a:lumMod val="75000"/>
                  </a:schemeClr>
                </a:solidFill>
              </a:rPr>
              <a:t>Alshammari</a:t>
            </a:r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, B., &amp; Jasim, H. (2023). Eye Movement Tracking Using </a:t>
            </a:r>
            <a:r>
              <a:rPr lang="en-US" dirty="0" err="1">
                <a:solidFill>
                  <a:schemeClr val="bg2">
                    <a:lumMod val="75000"/>
                  </a:schemeClr>
                </a:solidFill>
              </a:rPr>
              <a:t>Opencv</a:t>
            </a:r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 Python. </a:t>
            </a:r>
            <a:r>
              <a:rPr lang="en-US" dirty="0" err="1">
                <a:solidFill>
                  <a:schemeClr val="bg2">
                    <a:lumMod val="75000"/>
                  </a:schemeClr>
                </a:solidFill>
              </a:rPr>
              <a:t>Wasit</a:t>
            </a:r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 Journal of Engineering Sciences, 11(2), 71-81.</a:t>
            </a:r>
          </a:p>
        </p:txBody>
      </p:sp>
    </p:spTree>
    <p:extLst>
      <p:ext uri="{BB962C8B-B14F-4D97-AF65-F5344CB8AC3E}">
        <p14:creationId xmlns:p14="http://schemas.microsoft.com/office/powerpoint/2010/main" val="3372548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>
            <a:extLst>
              <a:ext uri="{FF2B5EF4-FFF2-40B4-BE49-F238E27FC236}">
                <a16:creationId xmlns:a16="http://schemas.microsoft.com/office/drawing/2014/main" id="{7808D6A2-4FF0-7A03-B797-57EF82B645F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4316" y="1674292"/>
            <a:ext cx="14647756" cy="8239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05D77E8-D347-E37D-CDBC-D043E1B64AE5}"/>
              </a:ext>
            </a:extLst>
          </p:cNvPr>
          <p:cNvSpPr txBox="1"/>
          <p:nvPr/>
        </p:nvSpPr>
        <p:spPr>
          <a:xfrm>
            <a:off x="609600" y="10291482"/>
            <a:ext cx="59132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github.com</a:t>
            </a:r>
            <a:r>
              <a:rPr lang="en-US" dirty="0"/>
              <a:t>/sho-87/webcam-eye-tracker/tree/master</a:t>
            </a:r>
            <a:endParaRPr lang="en-EG" dirty="0"/>
          </a:p>
        </p:txBody>
      </p:sp>
    </p:spTree>
    <p:extLst>
      <p:ext uri="{BB962C8B-B14F-4D97-AF65-F5344CB8AC3E}">
        <p14:creationId xmlns:p14="http://schemas.microsoft.com/office/powerpoint/2010/main" val="19767656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F62880-D368-CE6B-BACD-DA1B7BF8B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EG" dirty="0"/>
              <a:t>Heatmaps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A20B1F-6176-F5C5-985B-7279813A4D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6959" y="3186460"/>
            <a:ext cx="9926389" cy="6445027"/>
          </a:xfrm>
        </p:spPr>
        <p:txBody>
          <a:bodyPr/>
          <a:lstStyle/>
          <a:p>
            <a:pPr algn="just"/>
            <a:r>
              <a:rPr lang="en-US" dirty="0"/>
              <a:t>A heat map is a two-dimensional representation of data in which various values are represented by colors.</a:t>
            </a:r>
          </a:p>
          <a:p>
            <a:pPr algn="just"/>
            <a:endParaRPr lang="en-EG" dirty="0"/>
          </a:p>
        </p:txBody>
      </p:sp>
      <p:pic>
        <p:nvPicPr>
          <p:cNvPr id="4098" name="Picture 2" descr="World Cup Final Preview: Lionel Messi's Last Chance for Eternal Glory With  Argentina vs. Kylian Mbappe Chasing History With France - Breaking The Lines">
            <a:extLst>
              <a:ext uri="{FF2B5EF4-FFF2-40B4-BE49-F238E27FC236}">
                <a16:creationId xmlns:a16="http://schemas.microsoft.com/office/drawing/2014/main" id="{0FDD90EF-66C7-391F-9D3B-DDF0FD871F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25436" y="2106340"/>
            <a:ext cx="6352480" cy="7832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71209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Eye Tracking Heatmap: Simplify Visitor Behavior Analysis">
            <a:extLst>
              <a:ext uri="{FF2B5EF4-FFF2-40B4-BE49-F238E27FC236}">
                <a16:creationId xmlns:a16="http://schemas.microsoft.com/office/drawing/2014/main" id="{B508B517-C2CB-C383-0FA6-E11ACD74376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2228" y="1210741"/>
            <a:ext cx="16313907" cy="95164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51812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3C7AA-2C10-6F60-803A-5D91F055F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EG" dirty="0"/>
              <a:t>Why Eye </a:t>
            </a:r>
            <a:r>
              <a:rPr lang="en-US" dirty="0"/>
              <a:t>G</a:t>
            </a:r>
            <a:r>
              <a:rPr lang="en-EG" dirty="0"/>
              <a:t>aze </a:t>
            </a:r>
            <a:r>
              <a:rPr lang="en-US" dirty="0"/>
              <a:t>H</a:t>
            </a:r>
            <a:r>
              <a:rPr lang="en-EG" dirty="0"/>
              <a:t>eatmaps?</a:t>
            </a:r>
          </a:p>
        </p:txBody>
      </p:sp>
      <p:pic>
        <p:nvPicPr>
          <p:cNvPr id="5122" name="Picture 2" descr="Why Eye-Tracking is right for you? | Knowledge Base | RealEye.io">
            <a:extLst>
              <a:ext uri="{FF2B5EF4-FFF2-40B4-BE49-F238E27FC236}">
                <a16:creationId xmlns:a16="http://schemas.microsoft.com/office/drawing/2014/main" id="{415CA737-D65E-A08D-AEEA-465284CB07F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2468" y="2953069"/>
            <a:ext cx="13022734" cy="75570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30177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5">
            <a:extLst>
              <a:ext uri="{FF2B5EF4-FFF2-40B4-BE49-F238E27FC236}">
                <a16:creationId xmlns:a16="http://schemas.microsoft.com/office/drawing/2014/main" id="{A1B8E628-7FA4-B735-21FF-EB797838CAA9}"/>
              </a:ext>
            </a:extLst>
          </p:cNvPr>
          <p:cNvSpPr/>
          <p:nvPr/>
        </p:nvSpPr>
        <p:spPr>
          <a:xfrm>
            <a:off x="0" y="7866980"/>
            <a:ext cx="3256757" cy="828000"/>
          </a:xfrm>
          <a:custGeom>
            <a:avLst/>
            <a:gdLst/>
            <a:ahLst/>
            <a:cxnLst/>
            <a:rect l="l" t="t" r="r" b="b"/>
            <a:pathLst>
              <a:path w="1955164" h="437514">
                <a:moveTo>
                  <a:pt x="1736031" y="0"/>
                </a:moveTo>
                <a:lnTo>
                  <a:pt x="0" y="0"/>
                </a:lnTo>
                <a:lnTo>
                  <a:pt x="0" y="437153"/>
                </a:lnTo>
                <a:lnTo>
                  <a:pt x="1736031" y="437153"/>
                </a:lnTo>
                <a:lnTo>
                  <a:pt x="1786148" y="431380"/>
                </a:lnTo>
                <a:lnTo>
                  <a:pt x="1832155" y="414936"/>
                </a:lnTo>
                <a:lnTo>
                  <a:pt x="1872739" y="389134"/>
                </a:lnTo>
                <a:lnTo>
                  <a:pt x="1906588" y="355285"/>
                </a:lnTo>
                <a:lnTo>
                  <a:pt x="1932391" y="314701"/>
                </a:lnTo>
                <a:lnTo>
                  <a:pt x="1948834" y="268694"/>
                </a:lnTo>
                <a:lnTo>
                  <a:pt x="1954607" y="218577"/>
                </a:lnTo>
                <a:lnTo>
                  <a:pt x="1948834" y="168459"/>
                </a:lnTo>
                <a:lnTo>
                  <a:pt x="1932391" y="122452"/>
                </a:lnTo>
                <a:lnTo>
                  <a:pt x="1906588" y="81868"/>
                </a:lnTo>
                <a:lnTo>
                  <a:pt x="1872739" y="48018"/>
                </a:lnTo>
                <a:lnTo>
                  <a:pt x="1832155" y="22216"/>
                </a:lnTo>
                <a:lnTo>
                  <a:pt x="1786148" y="5772"/>
                </a:lnTo>
                <a:lnTo>
                  <a:pt x="1736031" y="0"/>
                </a:lnTo>
                <a:close/>
              </a:path>
            </a:pathLst>
          </a:custGeom>
          <a:solidFill>
            <a:srgbClr val="FF8201"/>
          </a:solidFill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3" name="object 26">
            <a:extLst>
              <a:ext uri="{FF2B5EF4-FFF2-40B4-BE49-F238E27FC236}">
                <a16:creationId xmlns:a16="http://schemas.microsoft.com/office/drawing/2014/main" id="{03389447-C573-6D46-A7CB-12400F5CAF46}"/>
              </a:ext>
            </a:extLst>
          </p:cNvPr>
          <p:cNvSpPr txBox="1"/>
          <p:nvPr/>
        </p:nvSpPr>
        <p:spPr>
          <a:xfrm>
            <a:off x="665956" y="8059124"/>
            <a:ext cx="2561858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z="2800" spc="-30" dirty="0">
                <a:solidFill>
                  <a:srgbClr val="FFFFFF"/>
                </a:solidFill>
                <a:cs typeface="Source Sans Pro Light"/>
              </a:rPr>
              <a:t>Email</a:t>
            </a:r>
            <a:endParaRPr lang="en-US" sz="2800" dirty="0">
              <a:cs typeface="Source Sans Pro Light"/>
            </a:endParaRPr>
          </a:p>
        </p:txBody>
      </p:sp>
      <p:sp>
        <p:nvSpPr>
          <p:cNvPr id="4" name="object 12">
            <a:extLst>
              <a:ext uri="{FF2B5EF4-FFF2-40B4-BE49-F238E27FC236}">
                <a16:creationId xmlns:a16="http://schemas.microsoft.com/office/drawing/2014/main" id="{249C2598-328F-9FCB-BC44-F55117354CEA}"/>
              </a:ext>
            </a:extLst>
          </p:cNvPr>
          <p:cNvSpPr txBox="1"/>
          <p:nvPr/>
        </p:nvSpPr>
        <p:spPr>
          <a:xfrm>
            <a:off x="971550" y="8755670"/>
            <a:ext cx="5365254" cy="176715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800" u="sng" dirty="0" err="1">
                <a:solidFill>
                  <a:schemeClr val="accent1">
                    <a:lumMod val="75000"/>
                  </a:schemeClr>
                </a:solidFill>
                <a:hlinkClick r:id="rId2"/>
              </a:rPr>
              <a:t>fdarwish</a:t>
            </a:r>
            <a:r>
              <a:rPr lang="en-EG" sz="2800" u="sng" dirty="0">
                <a:solidFill>
                  <a:schemeClr val="accent1">
                    <a:lumMod val="75000"/>
                  </a:schemeClr>
                </a:solidFill>
                <a:hlinkClick r:id="rId2"/>
              </a:rPr>
              <a:t>@msa.edu.eg</a:t>
            </a:r>
            <a:endParaRPr lang="en-EG" sz="2800" u="sng" dirty="0">
              <a:solidFill>
                <a:schemeClr val="accent1">
                  <a:lumMod val="75000"/>
                </a:schemeClr>
              </a:solidFill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800" u="sng" dirty="0" err="1">
                <a:solidFill>
                  <a:schemeClr val="accent1">
                    <a:lumMod val="75000"/>
                  </a:schemeClr>
                </a:solidFill>
                <a:cs typeface="Source Sans Pro Light"/>
                <a:hlinkClick r:id="rId2"/>
              </a:rPr>
              <a:t>maashraf</a:t>
            </a:r>
            <a:r>
              <a:rPr lang="en-EG" sz="2800" u="sng" dirty="0">
                <a:solidFill>
                  <a:schemeClr val="accent1">
                    <a:lumMod val="75000"/>
                  </a:schemeClr>
                </a:solidFill>
                <a:cs typeface="Source Sans Pro Light"/>
                <a:hlinkClick r:id="rId2"/>
              </a:rPr>
              <a:t>@msa.edu.eg</a:t>
            </a:r>
            <a:endParaRPr lang="en-EG" sz="2800" u="sng" dirty="0">
              <a:solidFill>
                <a:schemeClr val="accent1">
                  <a:lumMod val="75000"/>
                </a:schemeClr>
              </a:solidFill>
              <a:cs typeface="Source Sans Pro Light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EG" sz="2800" u="sng" dirty="0">
                <a:solidFill>
                  <a:schemeClr val="accent1">
                    <a:lumMod val="75000"/>
                  </a:schemeClr>
                </a:solidFill>
                <a:cs typeface="Source Sans Pro Light"/>
                <a:hlinkClick r:id="rId3"/>
              </a:rPr>
              <a:t>akamaleldin@msa.edu.eg</a:t>
            </a:r>
            <a:endParaRPr lang="en-US" sz="2800" u="sng" dirty="0">
              <a:solidFill>
                <a:schemeClr val="accent1">
                  <a:lumMod val="75000"/>
                </a:schemeClr>
              </a:solidFill>
              <a:cs typeface="Source Sans Pro Light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800" u="sng" dirty="0" err="1">
                <a:solidFill>
                  <a:schemeClr val="accent1">
                    <a:lumMod val="75000"/>
                  </a:schemeClr>
                </a:solidFill>
                <a:cs typeface="Source Sans Pro Light"/>
              </a:rPr>
              <a:t>maabdelfattah</a:t>
            </a:r>
            <a:r>
              <a:rPr lang="en-EG" sz="2800" u="sng" dirty="0">
                <a:solidFill>
                  <a:schemeClr val="accent1">
                    <a:lumMod val="75000"/>
                  </a:schemeClr>
                </a:solidFill>
                <a:cs typeface="Source Sans Pro Light"/>
              </a:rPr>
              <a:t>@msa.edu.eg</a:t>
            </a:r>
            <a:endParaRPr lang="en-US" sz="2800" dirty="0">
              <a:cs typeface="Source Sans Pro Light"/>
            </a:endParaRPr>
          </a:p>
        </p:txBody>
      </p:sp>
      <p:pic>
        <p:nvPicPr>
          <p:cNvPr id="18434" name="Picture 2" descr="Any Questions Slide PowerPoint Template and Google Slides">
            <a:extLst>
              <a:ext uri="{FF2B5EF4-FFF2-40B4-BE49-F238E27FC236}">
                <a16:creationId xmlns:a16="http://schemas.microsoft.com/office/drawing/2014/main" id="{540F415D-59F1-8BA2-E2B6-3A98C6FA299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8889" b="80972" l="2500" r="45000">
                        <a14:foregroundMark x1="33984" y1="26667" x2="33984" y2="26667"/>
                        <a14:foregroundMark x1="34375" y1="26806" x2="34375" y2="26806"/>
                        <a14:foregroundMark x1="34375" y1="22083" x2="34609" y2="27361"/>
                        <a14:foregroundMark x1="34609" y1="27361" x2="33594" y2="29444"/>
                        <a14:foregroundMark x1="31250" y1="22917" x2="34922" y2="22500"/>
                        <a14:foregroundMark x1="34922" y1="22500" x2="31328" y2="21806"/>
                        <a14:foregroundMark x1="31328" y1="21806" x2="35703" y2="22361"/>
                        <a14:foregroundMark x1="35547" y1="35556" x2="28047" y2="36111"/>
                        <a14:foregroundMark x1="28047" y1="36111" x2="32891" y2="35972"/>
                        <a14:foregroundMark x1="32891" y1="35972" x2="26797" y2="36667"/>
                        <a14:foregroundMark x1="2891" y1="64167" x2="3281" y2="69861"/>
                        <a14:foregroundMark x1="3281" y1="69861" x2="2500" y2="64306"/>
                        <a14:foregroundMark x1="2500" y1="64306" x2="3906" y2="6597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1943" r="49995" b="17702"/>
          <a:stretch/>
        </p:blipFill>
        <p:spPr bwMode="auto">
          <a:xfrm>
            <a:off x="9940647" y="2190565"/>
            <a:ext cx="7904632" cy="63122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5ADBA9B9-70C8-1950-98DB-56DC73251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5716" y="2190565"/>
            <a:ext cx="6131320" cy="1965776"/>
          </a:xfrm>
        </p:spPr>
        <p:txBody>
          <a:bodyPr>
            <a:normAutofit/>
          </a:bodyPr>
          <a:lstStyle/>
          <a:p>
            <a:r>
              <a:rPr lang="en-EG" sz="5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Do You Have Any Question ?</a:t>
            </a:r>
            <a:endParaRPr lang="en-EG" dirty="0"/>
          </a:p>
        </p:txBody>
      </p:sp>
    </p:spTree>
    <p:extLst>
      <p:ext uri="{BB962C8B-B14F-4D97-AF65-F5344CB8AC3E}">
        <p14:creationId xmlns:p14="http://schemas.microsoft.com/office/powerpoint/2010/main" val="23524470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hat is a virus_tf78104741" id="{F41455D0-318E-4830-999E-F58477E69777}" vid="{11D173C9-935D-450A-9A98-C9569F6DA2C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3028</TotalTime>
  <Words>524</Words>
  <Application>Microsoft Office PowerPoint</Application>
  <PresentationFormat>Custom</PresentationFormat>
  <Paragraphs>122</Paragraphs>
  <Slides>25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Arial</vt:lpstr>
      <vt:lpstr>Calibri</vt:lpstr>
      <vt:lpstr>Calibri Light</vt:lpstr>
      <vt:lpstr>Source Sans Pro</vt:lpstr>
      <vt:lpstr>Source Sans Pro Light</vt:lpstr>
      <vt:lpstr>Office Theme</vt:lpstr>
      <vt:lpstr>PowerPoint Presentation</vt:lpstr>
      <vt:lpstr>How Many Types of Interactions ?</vt:lpstr>
      <vt:lpstr>Interactions</vt:lpstr>
      <vt:lpstr>PowerPoint Presentation</vt:lpstr>
      <vt:lpstr>PowerPoint Presentation</vt:lpstr>
      <vt:lpstr>General Guidelines</vt:lpstr>
      <vt:lpstr>General Guidelines</vt:lpstr>
      <vt:lpstr>Project</vt:lpstr>
      <vt:lpstr>Rewards</vt:lpstr>
      <vt:lpstr>UGRF – CIS: Evaluating Student Engagement</vt:lpstr>
      <vt:lpstr>Roadm Map</vt:lpstr>
      <vt:lpstr>Softwares</vt:lpstr>
      <vt:lpstr>Content</vt:lpstr>
      <vt:lpstr>Critical Thinking</vt:lpstr>
      <vt:lpstr>Critical Thinking</vt:lpstr>
      <vt:lpstr>Facial Landmark</vt:lpstr>
      <vt:lpstr>Installation</vt:lpstr>
      <vt:lpstr>Facial Landmark</vt:lpstr>
      <vt:lpstr>Applications of Facial Landmark Detection</vt:lpstr>
      <vt:lpstr>Gaze Tracking</vt:lpstr>
      <vt:lpstr>PowerPoint Presentation</vt:lpstr>
      <vt:lpstr>Heatmaps</vt:lpstr>
      <vt:lpstr>PowerPoint Presentation</vt:lpstr>
      <vt:lpstr>Why Eye Gaze Heatmaps?</vt:lpstr>
      <vt:lpstr>Do You Have Any Question 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Mo'men Ibrahem</dc:creator>
  <cp:lastModifiedBy>Mazen Ashraf</cp:lastModifiedBy>
  <cp:revision>17</cp:revision>
  <dcterms:created xsi:type="dcterms:W3CDTF">2023-10-10T22:57:31Z</dcterms:created>
  <dcterms:modified xsi:type="dcterms:W3CDTF">2026-04-18T20:12:38Z</dcterms:modified>
</cp:coreProperties>
</file>